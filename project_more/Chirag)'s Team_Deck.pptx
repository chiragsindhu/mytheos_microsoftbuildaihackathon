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embedTrueTypeFonts="1">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Lst>
  <p:sldSz cx="9144000" cy="5143500"/>
  <p:notesSz cx="6858000" cy="9144000"/>
  <p:embeddedFontLst>
    <p:embeddedFont>
      <p:font typeface="Roboto Slab"/>
      <p:regular r:id="rId14"/>
      <p:bold r:id="rId15"/>
    </p:embeddedFont>
    <p:embeddedFont>
      <p:font typeface="Roboto"/>
      <p:regular r:id="rId16"/>
      <p:bold r:id="rId17"/>
      <p:boldItalic r:id="rId18"/>
    </p:embeddedFont>
    <p:embeddedFont>
      <p:font typeface="Arial Unicode MS"/>
    </p:embeddedFont>
  </p:embeddedFon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font" Target="fonts/Font_1_Roboto_Slab_Regular.fntdata"/><Relationship Id="rId15" Type="http://schemas.openxmlformats.org/officeDocument/2006/relationships/font" Target="fonts/Font_2_Roboto_Slab_Bold.fntdata"/><Relationship Id="rId16" Type="http://schemas.openxmlformats.org/officeDocument/2006/relationships/font" Target="fonts/Font_3_Roboto_Regular.fntdata"/><Relationship Id="rId17" Type="http://schemas.openxmlformats.org/officeDocument/2006/relationships/font" Target="fonts/Font_4_Roboto_Bold.fntdata"/><Relationship Id="rId18" Type="http://schemas.openxmlformats.org/officeDocument/2006/relationships/font" Target="fonts/Font_5_Roboto_BoldItalic.fntdata"/><Relationship Id="rId1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cxnSp>
        <p:nvCxnSpPr>
          <p:cNvPr id="2" name="Google Shape;10;g83372e3e9c_1_3138"/>
          <p:cNvCxnSpPr/>
          <p:nvPr/>
        </p:nvCxnSpPr>
        <p:spPr>
          <a:xfrm>
            <a:off x="4359600" y="2817360"/>
            <a:ext cx="425160" cy="360"/>
          </a:xfrm>
          <a:prstGeom prst="straightConnector1">
            <a:avLst/>
          </a:prstGeom>
          <a:ln w="38100">
            <a:solidFill>
              <a:srgbClr val="039BE5"/>
            </a:solidFill>
            <a:round/>
          </a:ln>
        </p:spPr>
      </p:cxnSp>
      <p:sp>
        <p:nvSpPr>
          <p:cNvPr id="3" name="PlaceHolder 1"/>
          <p:cNvSpPr>
            <a:spLocks noGrp="1"/>
          </p:cNvSpPr>
          <p:nvPr>
            <p:ph type="title"/>
          </p:nvPr>
        </p:nvSpPr>
        <p:spPr>
          <a:xfrm>
            <a:off x="480600" y="1765080"/>
            <a:ext cx="8221680" cy="907200"/>
          </a:xfrm>
          <a:prstGeom prst="rect">
            <a:avLst/>
          </a:prstGeom>
          <a:noFill/>
          <a:ln w="0">
            <a:noFill/>
          </a:ln>
        </p:spPr>
        <p:txBody>
          <a:bodyPr lIns="91440" tIns="91440" rIns="91440" bIns="91440" anchor="b">
            <a:noAutofit/>
          </a:bodyPr>
          <a:lstStyle>
            <a:lvl1pPr indent="0" algn="l">
              <a:buNone/>
              <a:defRPr lang="en-IN" sz="4800" b="0" u="none" strike="noStrike">
                <a:solidFill>
                  <a:srgbClr val="000000"/>
                </a:solidFill>
                <a:effectLst/>
                <a:uFillTx/>
                <a:latin typeface="Arial"/>
              </a:defRPr>
            </a:lvl1pPr>
          </a:lstStyle>
          <a:p>
            <a:pPr indent="0" algn="l">
              <a:buNone/>
            </a:pPr>
            <a:r>
              <a:rPr lang="en-IN" sz="4800" b="0" u="none" strike="noStrike">
                <a:solidFill>
                  <a:srgbClr val="000000"/>
                </a:solidFill>
                <a:effectLst/>
                <a:uFillTx/>
                <a:latin typeface="Arial"/>
              </a:rPr>
              <a:t>Click to edit the title text format</a:t>
            </a:r>
            <a:endParaRPr lang="en-IN" sz="4800" b="0" u="none" strike="noStrike">
              <a:solidFill>
                <a:srgbClr val="000000"/>
              </a:solidFill>
              <a:effectLst/>
              <a:uFillTx/>
              <a:latin typeface="Arial"/>
            </a:endParaRPr>
          </a:p>
        </p:txBody>
      </p:sp>
      <p:sp>
        <p:nvSpPr>
          <p:cNvPr id="4" name="PlaceHolder 2"/>
          <p:cNvSpPr>
            <a:spLocks noGrp="1"/>
          </p:cNvSpPr>
          <p:nvPr>
            <p:ph type="sldNum" idx="1"/>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1"/>
                </a:solidFill>
                <a:effectLst/>
                <a:uFillTx/>
                <a:latin typeface="Roboto"/>
                <a:ea typeface="Roboto"/>
              </a:defRPr>
            </a:lvl1pPr>
          </a:lstStyle>
          <a:p>
            <a:pPr indent="0" algn="r">
              <a:lnSpc>
                <a:spcPct val="100000"/>
              </a:lnSpc>
              <a:buNone/>
              <a:tabLst>
                <a:tab pos="0" algn="l"/>
              </a:tabLst>
            </a:pPr>
            <a:fld id="{1A928873-8C75-4411-961A-F66A6CDFC4AA}" type="slidenum">
              <a:rPr lang="en" sz="1000" b="0" u="none" strike="noStrike">
                <a:solidFill>
                  <a:schemeClr val="dk1"/>
                </a:solidFill>
                <a:effectLst/>
                <a:uFillTx/>
                <a:latin typeface="Roboto"/>
                <a:ea typeface="Roboto"/>
              </a:rPr>
              <a:t>10</a:t>
            </a:fld>
            <a:endParaRPr lang="en-IN" sz="1000" b="0" u="none" strike="noStrike">
              <a:solidFill>
                <a:srgbClr val="FFFFFF"/>
              </a:solidFill>
              <a:effectLst/>
              <a:uFillTx/>
              <a:latin typeface="Times New Roman"/>
            </a:endParaRPr>
          </a:p>
        </p:txBody>
      </p:sp>
      <p:sp>
        <p:nvSpPr>
          <p:cNvPr id="5"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FFFFFF"/>
              </a:buClr>
              <a:buSzPct val="45000"/>
              <a:buFont typeface="Wingdings" charset="2"/>
              <a:buChar char=""/>
              <a:defRPr lang="en-IN" sz="14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n-IN" sz="14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n-IN" sz="14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n-IN" sz="14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n-IN" sz="20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n-IN" sz="20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n-IN" sz="2000" b="0" u="none" strike="noStrike">
                <a:solidFill>
                  <a:srgbClr val="000000"/>
                </a:solidFill>
                <a:effectLst/>
                <a:uFillTx/>
                <a:latin typeface="Arial"/>
              </a:defRPr>
            </a:lvl7pPr>
          </a:lstStyle>
          <a:p>
            <a:pPr marL="432000" indent="-324000" algn="l">
              <a:spcBef>
                <a:spcPts val="1417"/>
              </a:spcBef>
              <a:buClr>
                <a:srgbClr val="FFFFFF"/>
              </a:buClr>
              <a:buSzPct val="45000"/>
              <a:buFont typeface="Wingdings" charset="2"/>
              <a:buChar char=""/>
            </a:pPr>
            <a:r>
              <a:rPr lang="en-IN" sz="1400" b="0" u="none" strike="noStrike">
                <a:solidFill>
                  <a:srgbClr val="000000"/>
                </a:solidFill>
                <a:effectLst/>
                <a:uFillTx/>
                <a:latin typeface="Arial"/>
              </a:rPr>
              <a:t>Click to edit the outline text format</a:t>
            </a:r>
            <a:endParaRPr lang="en-IN" sz="1400" b="0" u="none" strike="noStrike">
              <a:solidFill>
                <a:srgbClr val="000000"/>
              </a:solidFill>
              <a:effectLst/>
              <a:uFillTx/>
              <a:latin typeface="Arial"/>
            </a:endParaRPr>
          </a:p>
          <a:p>
            <a:pPr marL="864000" lvl="1" indent="-324000" algn="l">
              <a:spcBef>
                <a:spcPts val="1134"/>
              </a:spcBef>
              <a:buClr>
                <a:srgbClr val="FFFFFF"/>
              </a:buClr>
              <a:buSzPct val="75000"/>
              <a:buFont typeface="Symbol" charset="2"/>
              <a:buChar char=""/>
            </a:pPr>
            <a:r>
              <a:rPr lang="en-IN" sz="1400" b="0" u="none" strike="noStrike">
                <a:solidFill>
                  <a:srgbClr val="000000"/>
                </a:solidFill>
                <a:effectLst/>
                <a:uFillTx/>
                <a:latin typeface="Arial"/>
              </a:rPr>
              <a:t>Second Outline Level</a:t>
            </a:r>
            <a:endParaRPr lang="en-IN" sz="1400" b="0" u="none" strike="noStrike">
              <a:solidFill>
                <a:srgbClr val="000000"/>
              </a:solidFill>
              <a:effectLst/>
              <a:uFillTx/>
              <a:latin typeface="Arial"/>
            </a:endParaRPr>
          </a:p>
          <a:p>
            <a:pPr marL="1296000" lvl="2" indent="-288000" algn="l">
              <a:spcBef>
                <a:spcPts val="850"/>
              </a:spcBef>
              <a:buClr>
                <a:srgbClr val="FFFFFF"/>
              </a:buClr>
              <a:buSzPct val="45000"/>
              <a:buFont typeface="Wingdings" charset="2"/>
              <a:buChar char=""/>
            </a:pPr>
            <a:r>
              <a:rPr lang="en-IN" sz="1400" b="0" u="none" strike="noStrike">
                <a:solidFill>
                  <a:srgbClr val="000000"/>
                </a:solidFill>
                <a:effectLst/>
                <a:uFillTx/>
                <a:latin typeface="Arial"/>
              </a:rPr>
              <a:t>Third Outline Level</a:t>
            </a:r>
            <a:endParaRPr lang="en-IN" sz="1400" b="0" u="none" strike="noStrike">
              <a:solidFill>
                <a:srgbClr val="000000"/>
              </a:solidFill>
              <a:effectLst/>
              <a:uFillTx/>
              <a:latin typeface="Arial"/>
            </a:endParaRPr>
          </a:p>
          <a:p>
            <a:pPr marL="1728000" lvl="3" indent="-216000" algn="l">
              <a:spcBef>
                <a:spcPts val="567"/>
              </a:spcBef>
              <a:buClr>
                <a:srgbClr val="FFFFFF"/>
              </a:buClr>
              <a:buSzPct val="75000"/>
              <a:buFont typeface="Symbol" charset="2"/>
              <a:buChar char=""/>
            </a:pPr>
            <a:r>
              <a:rPr lang="en-IN" sz="1400" b="0" u="none" strike="noStrike">
                <a:solidFill>
                  <a:srgbClr val="000000"/>
                </a:solidFill>
                <a:effectLst/>
                <a:uFillTx/>
                <a:latin typeface="Arial"/>
              </a:rPr>
              <a:t>Fourth Outline Level</a:t>
            </a:r>
            <a:endParaRPr lang="en-IN" sz="1400" b="0" u="none" strike="noStrike">
              <a:solidFill>
                <a:srgbClr val="000000"/>
              </a:solidFill>
              <a:effectLst/>
              <a:uFillTx/>
              <a:latin typeface="Arial"/>
            </a:endParaRPr>
          </a:p>
          <a:p>
            <a:pPr marL="2160000" lvl="4" indent="-216000" algn="l">
              <a:spcBef>
                <a:spcPts val="283"/>
              </a:spcBef>
              <a:buClr>
                <a:srgbClr val="FFFFFF"/>
              </a:buClr>
              <a:buSzPct val="45000"/>
              <a:buFont typeface="Wingdings" charset="2"/>
              <a:buChar char=""/>
            </a:pPr>
            <a:r>
              <a:rPr lang="en-IN" sz="2000" b="0" u="none" strike="noStrike">
                <a:solidFill>
                  <a:srgbClr val="000000"/>
                </a:solidFill>
                <a:effectLst/>
                <a:uFillTx/>
                <a:latin typeface="Arial"/>
              </a:rPr>
              <a:t>Fifth Outline Level</a:t>
            </a:r>
            <a:endParaRPr lang="en-IN" sz="2000" b="0" u="none" strike="noStrike">
              <a:solidFill>
                <a:srgbClr val="000000"/>
              </a:solidFill>
              <a:effectLst/>
              <a:uFillTx/>
              <a:latin typeface="Arial"/>
            </a:endParaRPr>
          </a:p>
          <a:p>
            <a:pPr marL="2592000" lvl="5" indent="-216000" algn="l">
              <a:spcBef>
                <a:spcPts val="283"/>
              </a:spcBef>
              <a:buClr>
                <a:srgbClr val="FFFFFF"/>
              </a:buClr>
              <a:buSzPct val="45000"/>
              <a:buFont typeface="Wingdings" charset="2"/>
              <a:buChar char=""/>
            </a:pPr>
            <a:r>
              <a:rPr lang="en-IN" sz="2000" b="0" u="none" strike="noStrike">
                <a:solidFill>
                  <a:srgbClr val="000000"/>
                </a:solidFill>
                <a:effectLst/>
                <a:uFillTx/>
                <a:latin typeface="Arial"/>
              </a:rPr>
              <a:t>Sixth Outline Level</a:t>
            </a:r>
            <a:endParaRPr lang="en-IN" sz="2000" b="0" u="none" strike="noStrike">
              <a:solidFill>
                <a:srgbClr val="000000"/>
              </a:solidFill>
              <a:effectLst/>
              <a:uFillTx/>
              <a:latin typeface="Arial"/>
            </a:endParaRPr>
          </a:p>
          <a:p>
            <a:pPr marL="3024000" lvl="6" indent="-216000" algn="l">
              <a:spcBef>
                <a:spcPts val="283"/>
              </a:spcBef>
              <a:buClr>
                <a:srgbClr val="FFFFFF"/>
              </a:buClr>
              <a:buSzPct val="45000"/>
              <a:buFont typeface="Wingdings" charset="2"/>
              <a:buChar char=""/>
            </a:pPr>
            <a:r>
              <a:rPr lang="en-IN" sz="2000" b="0" u="none" strike="noStrike">
                <a:solidFill>
                  <a:srgbClr val="000000"/>
                </a:solidFill>
                <a:effectLst/>
                <a:uFillTx/>
                <a:latin typeface="Arial"/>
              </a:rPr>
              <a:t>Seventh Outline Level</a:t>
            </a:r>
            <a:endParaRPr lang="en-IN" sz="20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sp>
        <p:nvSpPr>
          <p:cNvPr id="6" name="Google Shape;50;g83372e3e9c_1_3164"/>
          <p:cNvSpPr/>
          <p:nvPr/>
        </p:nvSpPr>
        <p:spPr>
          <a:xfrm>
            <a:off x="4572000" y="0"/>
            <a:ext cx="4571640" cy="5143320"/>
          </a:xfrm>
          <a:prstGeom prst="rect">
            <a:avLst/>
          </a:prstGeom>
          <a:solidFill>
            <a:schemeClr val="dk2"/>
          </a:solidFill>
          <a:ln w="0">
            <a:noFill/>
          </a:ln>
        </p:spPr>
        <p:style>
          <a:lnRef idx="0"/>
          <a:fillRef idx="0"/>
          <a:effectRef idx="0"/>
          <a:fontRef idx="minor"/>
        </p:style>
        <p:txBody>
          <a:bodyPr tIns="91440" bIns="91440" anchor="ctr">
            <a:noAutofit/>
          </a:bodyPr>
          <a:p>
            <a:endParaRPr lang="en-IN" sz="1400" b="0" u="none" strike="noStrike">
              <a:solidFill>
                <a:srgbClr val="FFFFFF"/>
              </a:solidFill>
              <a:effectLst/>
              <a:uFillTx/>
              <a:latin typeface="Arial"/>
            </a:endParaRPr>
          </a:p>
        </p:txBody>
      </p:sp>
      <p:cxnSp>
        <p:nvCxnSpPr>
          <p:cNvPr id="7" name="Google Shape;51;g83372e3e9c_1_3164"/>
          <p:cNvCxnSpPr/>
          <p:nvPr/>
        </p:nvCxnSpPr>
        <p:spPr>
          <a:xfrm>
            <a:off x="5029560" y="4495320"/>
            <a:ext cx="541080" cy="360"/>
          </a:xfrm>
          <a:prstGeom prst="straightConnector1">
            <a:avLst/>
          </a:prstGeom>
          <a:ln w="38100">
            <a:solidFill>
              <a:srgbClr val="8BC34A"/>
            </a:solidFill>
            <a:round/>
          </a:ln>
        </p:spPr>
      </p:cxnSp>
      <p:sp>
        <p:nvSpPr>
          <p:cNvPr id="8" name="PlaceHolder 1"/>
          <p:cNvSpPr>
            <a:spLocks noGrp="1"/>
          </p:cNvSpPr>
          <p:nvPr>
            <p:ph type="title"/>
          </p:nvPr>
        </p:nvSpPr>
        <p:spPr>
          <a:xfrm>
            <a:off x="265680" y="1209240"/>
            <a:ext cx="4044960" cy="1505880"/>
          </a:xfrm>
          <a:prstGeom prst="rect">
            <a:avLst/>
          </a:prstGeom>
          <a:noFill/>
          <a:ln w="0">
            <a:noFill/>
          </a:ln>
        </p:spPr>
        <p:txBody>
          <a:bodyPr lIns="91440" tIns="91440" rIns="91440" bIns="91440" anchor="b">
            <a:noAutofit/>
          </a:bodyPr>
          <a:lstStyle>
            <a:lvl1pPr indent="0" algn="l">
              <a:buNone/>
              <a:defRPr lang="en-IN" sz="3800" b="0" u="none" strike="noStrike">
                <a:solidFill>
                  <a:srgbClr val="000000"/>
                </a:solidFill>
                <a:effectLst/>
                <a:uFillTx/>
                <a:latin typeface="Arial"/>
              </a:defRPr>
            </a:lvl1pPr>
          </a:lstStyle>
          <a:p>
            <a:pPr indent="0" algn="l">
              <a:buNone/>
            </a:pPr>
            <a:r>
              <a:rPr lang="en-IN" sz="3800" b="0" u="none" strike="noStrike">
                <a:solidFill>
                  <a:srgbClr val="000000"/>
                </a:solidFill>
                <a:effectLst/>
                <a:uFillTx/>
                <a:latin typeface="Arial"/>
              </a:rPr>
              <a:t>Click to edit the title text format</a:t>
            </a:r>
            <a:endParaRPr lang="en-IN" sz="3800" b="0" u="none" strike="noStrike">
              <a:solidFill>
                <a:srgbClr val="000000"/>
              </a:solidFill>
              <a:effectLst/>
              <a:uFillTx/>
              <a:latin typeface="Arial"/>
            </a:endParaRPr>
          </a:p>
        </p:txBody>
      </p:sp>
      <p:sp>
        <p:nvSpPr>
          <p:cNvPr id="9" name="PlaceHolder 2"/>
          <p:cNvSpPr>
            <a:spLocks noGrp="1"/>
          </p:cNvSpPr>
          <p:nvPr>
            <p:ph type="body"/>
          </p:nvPr>
        </p:nvSpPr>
        <p:spPr>
          <a:xfrm>
            <a:off x="4939560" y="724320"/>
            <a:ext cx="3836520" cy="3694680"/>
          </a:xfrm>
          <a:prstGeom prst="rect">
            <a:avLst/>
          </a:prstGeom>
          <a:noFill/>
          <a:ln w="0">
            <a:noFill/>
          </a:ln>
        </p:spPr>
        <p:txBody>
          <a:bodyPr lIns="91440" tIns="91440" rIns="91440" bIns="91440" anchor="ctr">
            <a:noAutofit/>
          </a:bodyPr>
          <a:lstStyle>
            <a:lvl1pPr algn="l">
              <a:spcBef>
                <a:spcPts val="1417"/>
              </a:spcBef>
              <a:buClr>
                <a:srgbClr val="FFFFFF"/>
              </a:buClr>
              <a:buSzPct val="45000"/>
              <a:buFont typeface="Wingdings" charset="2"/>
              <a:buChar char=""/>
              <a:defRPr lang="en-IN" sz="18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n-IN" sz="18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n-IN" sz="18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n-IN" sz="18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n-IN" sz="18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n-IN" sz="18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n-IN" sz="1800" b="0" u="none" strike="noStrike">
                <a:solidFill>
                  <a:srgbClr val="000000"/>
                </a:solidFill>
                <a:effectLst/>
                <a:uFillTx/>
                <a:latin typeface="Arial"/>
              </a:defRPr>
            </a:lvl7pPr>
          </a:lstStyle>
          <a:p>
            <a:pPr marL="457200" indent="-343080" algn="l">
              <a:spcBef>
                <a:spcPts val="1417"/>
              </a:spcBef>
              <a:buClr>
                <a:srgbClr val="FFFFFF"/>
              </a:buClr>
              <a:buSzPct val="45000"/>
              <a:buFont typeface="Wingdings" charset="2"/>
              <a:buChar char=""/>
            </a:pPr>
            <a:r>
              <a:rPr lang="en-IN" sz="1800" b="0" u="none" strike="noStrike">
                <a:solidFill>
                  <a:srgbClr val="000000"/>
                </a:solidFill>
                <a:effectLst/>
                <a:uFillTx/>
                <a:latin typeface="Arial"/>
              </a:rPr>
              <a:t>Click to edit the outline text format</a:t>
            </a:r>
            <a:endParaRPr lang="en-IN" sz="1800" b="0" u="none" strike="noStrike">
              <a:solidFill>
                <a:srgbClr val="000000"/>
              </a:solidFill>
              <a:effectLst/>
              <a:uFillTx/>
              <a:latin typeface="Arial"/>
            </a:endParaRPr>
          </a:p>
          <a:p>
            <a:pPr marL="914400" lvl="1" indent="-317520" algn="l">
              <a:spcBef>
                <a:spcPts val="1134"/>
              </a:spcBef>
              <a:buClr>
                <a:srgbClr val="FFFFFF"/>
              </a:buClr>
              <a:buSzPct val="75000"/>
              <a:buFont typeface="Symbol" charset="2"/>
              <a:buChar char=""/>
            </a:pPr>
            <a:r>
              <a:rPr lang="en-IN" sz="1800" b="0" u="none" strike="noStrike">
                <a:solidFill>
                  <a:srgbClr val="000000"/>
                </a:solidFill>
                <a:effectLst/>
                <a:uFillTx/>
                <a:latin typeface="Arial"/>
              </a:rPr>
              <a:t>Second Outline Level</a:t>
            </a:r>
            <a:endParaRPr lang="en-IN" sz="1800" b="0" u="none" strike="noStrike">
              <a:solidFill>
                <a:srgbClr val="000000"/>
              </a:solidFill>
              <a:effectLst/>
              <a:uFillTx/>
              <a:latin typeface="Arial"/>
            </a:endParaRPr>
          </a:p>
          <a:p>
            <a:pPr marL="1371600" lvl="2" indent="-317520" algn="l">
              <a:spcBef>
                <a:spcPts val="850"/>
              </a:spcBef>
              <a:buClr>
                <a:srgbClr val="FFFFFF"/>
              </a:buClr>
              <a:buSzPct val="45000"/>
              <a:buFont typeface="Wingdings" charset="2"/>
              <a:buChar char=""/>
            </a:pPr>
            <a:r>
              <a:rPr lang="en-IN" sz="1800" b="0" u="none" strike="noStrike">
                <a:solidFill>
                  <a:srgbClr val="000000"/>
                </a:solidFill>
                <a:effectLst/>
                <a:uFillTx/>
                <a:latin typeface="Arial"/>
              </a:rPr>
              <a:t>Third Outline Level</a:t>
            </a:r>
            <a:endParaRPr lang="en-IN" sz="1800" b="0" u="none" strike="noStrike">
              <a:solidFill>
                <a:srgbClr val="000000"/>
              </a:solidFill>
              <a:effectLst/>
              <a:uFillTx/>
              <a:latin typeface="Arial"/>
            </a:endParaRPr>
          </a:p>
          <a:p>
            <a:pPr marL="1828800" lvl="3" indent="-317520" algn="l">
              <a:spcBef>
                <a:spcPts val="567"/>
              </a:spcBef>
              <a:buClr>
                <a:srgbClr val="FFFFFF"/>
              </a:buClr>
              <a:buSzPct val="75000"/>
              <a:buFont typeface="Symbol" charset="2"/>
              <a:buChar char=""/>
            </a:pPr>
            <a:r>
              <a:rPr lang="en-IN" sz="1800" b="0" u="none" strike="noStrike">
                <a:solidFill>
                  <a:srgbClr val="000000"/>
                </a:solidFill>
                <a:effectLst/>
                <a:uFillTx/>
                <a:latin typeface="Arial"/>
              </a:rPr>
              <a:t>Fourth Outline Level</a:t>
            </a:r>
            <a:endParaRPr lang="en-IN" sz="1800" b="0" u="none" strike="noStrike">
              <a:solidFill>
                <a:srgbClr val="000000"/>
              </a:solidFill>
              <a:effectLst/>
              <a:uFillTx/>
              <a:latin typeface="Arial"/>
            </a:endParaRPr>
          </a:p>
          <a:p>
            <a:pPr marL="2286000" lvl="4" indent="-317520" algn="l">
              <a:spcBef>
                <a:spcPts val="283"/>
              </a:spcBef>
              <a:buClr>
                <a:srgbClr val="FFFFFF"/>
              </a:buClr>
              <a:buSzPct val="45000"/>
              <a:buFont typeface="Wingdings" charset="2"/>
              <a:buChar char=""/>
            </a:pPr>
            <a:r>
              <a:rPr lang="en-IN" sz="1800" b="0" u="none" strike="noStrike">
                <a:solidFill>
                  <a:srgbClr val="000000"/>
                </a:solidFill>
                <a:effectLst/>
                <a:uFillTx/>
                <a:latin typeface="Arial"/>
              </a:rPr>
              <a:t>Fifth Outline Level</a:t>
            </a:r>
            <a:endParaRPr lang="en-IN" sz="1800" b="0" u="none" strike="noStrike">
              <a:solidFill>
                <a:srgbClr val="000000"/>
              </a:solidFill>
              <a:effectLst/>
              <a:uFillTx/>
              <a:latin typeface="Arial"/>
            </a:endParaRPr>
          </a:p>
          <a:p>
            <a:pPr marL="2743200" lvl="5" indent="-317520" algn="l">
              <a:spcBef>
                <a:spcPts val="283"/>
              </a:spcBef>
              <a:buClr>
                <a:srgbClr val="FFFFFF"/>
              </a:buClr>
              <a:buSzPct val="45000"/>
              <a:buFont typeface="Wingdings" charset="2"/>
              <a:buChar char=""/>
            </a:pPr>
            <a:r>
              <a:rPr lang="en-IN" sz="1800" b="0" u="none" strike="noStrike">
                <a:solidFill>
                  <a:srgbClr val="000000"/>
                </a:solidFill>
                <a:effectLst/>
                <a:uFillTx/>
                <a:latin typeface="Arial"/>
              </a:rPr>
              <a:t>Sixth Outline Level</a:t>
            </a:r>
            <a:endParaRPr lang="en-IN" sz="1800" b="0" u="none" strike="noStrike">
              <a:solidFill>
                <a:srgbClr val="000000"/>
              </a:solidFill>
              <a:effectLst/>
              <a:uFillTx/>
              <a:latin typeface="Arial"/>
            </a:endParaRPr>
          </a:p>
          <a:p>
            <a:pPr marL="3200400" lvl="6" indent="-317520" algn="l">
              <a:spcBef>
                <a:spcPts val="283"/>
              </a:spcBef>
              <a:buClr>
                <a:srgbClr val="FFFFFF"/>
              </a:buClr>
              <a:buSzPct val="45000"/>
              <a:buFont typeface="Wingdings" charset="2"/>
              <a:buChar char=""/>
            </a:pPr>
            <a:r>
              <a:rPr lang="en-IN" sz="1800" b="0" u="none" strike="noStrike">
                <a:solidFill>
                  <a:srgbClr val="000000"/>
                </a:solidFill>
                <a:effectLst/>
                <a:uFillTx/>
                <a:latin typeface="Arial"/>
              </a:rPr>
              <a:t>Seventh Outline Level</a:t>
            </a:r>
            <a:endParaRPr lang="en-IN" sz="1800" b="0" u="none" strike="noStrike">
              <a:solidFill>
                <a:srgbClr val="000000"/>
              </a:solidFill>
              <a:effectLst/>
              <a:uFillTx/>
              <a:latin typeface="Arial"/>
            </a:endParaRPr>
          </a:p>
        </p:txBody>
      </p:sp>
      <p:sp>
        <p:nvSpPr>
          <p:cNvPr id="10" name="PlaceHolder 3"/>
          <p:cNvSpPr>
            <a:spLocks noGrp="1"/>
          </p:cNvSpPr>
          <p:nvPr>
            <p:ph type="sldNum" idx="2"/>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1"/>
                </a:solidFill>
                <a:effectLst/>
                <a:uFillTx/>
                <a:latin typeface="Roboto"/>
                <a:ea typeface="Roboto"/>
              </a:defRPr>
            </a:lvl1pPr>
          </a:lstStyle>
          <a:p>
            <a:pPr indent="0" algn="r">
              <a:lnSpc>
                <a:spcPct val="100000"/>
              </a:lnSpc>
              <a:buNone/>
              <a:tabLst>
                <a:tab pos="0" algn="l"/>
              </a:tabLst>
            </a:pPr>
            <a:fld id="{7CE1402A-850F-4D2A-B0B8-31A008291CF4}" type="slidenum">
              <a:rPr lang="en" sz="1000" b="0" u="none" strike="noStrike">
                <a:solidFill>
                  <a:schemeClr val="dk1"/>
                </a:solidFill>
                <a:effectLst/>
                <a:uFillTx/>
                <a:latin typeface="Roboto"/>
                <a:ea typeface="Roboto"/>
              </a:rPr>
              <a:t>&lt;number&gt;</a:t>
            </a:fld>
            <a:endParaRPr lang="en-IN" sz="1000" b="0" u="none" strike="noStrike">
              <a:solidFill>
                <a:srgbClr val="FFFFFF"/>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11" name="PlaceHolder 1"/>
          <p:cNvSpPr>
            <a:spLocks noGrp="1"/>
          </p:cNvSpPr>
          <p:nvPr>
            <p:ph type="body"/>
          </p:nvPr>
        </p:nvSpPr>
        <p:spPr>
          <a:xfrm>
            <a:off x="319680" y="4233600"/>
            <a:ext cx="5998320" cy="598320"/>
          </a:xfrm>
          <a:prstGeom prst="rect">
            <a:avLst/>
          </a:prstGeom>
          <a:noFill/>
          <a:ln w="0">
            <a:noFill/>
          </a:ln>
        </p:spPr>
        <p:txBody>
          <a:bodyPr lIns="91440" tIns="91440" rIns="91440" bIns="91440" anchor="ctr">
            <a:noAutofit/>
          </a:bodyPr>
          <a:lstStyle>
            <a:lvl1pPr algn="l">
              <a:spcBef>
                <a:spcPts val="1417"/>
              </a:spcBef>
              <a:buClr>
                <a:srgbClr val="FFFFFF"/>
              </a:buClr>
              <a:buSzPct val="45000"/>
              <a:buFont typeface="Wingdings" charset="2"/>
              <a:buChar char=""/>
              <a:defRPr lang="en-IN" sz="18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n-IN" sz="18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n-IN" sz="18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n-IN" sz="18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n-IN" sz="18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n-IN" sz="18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n-IN" sz="1800" b="0" u="none" strike="noStrike">
                <a:solidFill>
                  <a:srgbClr val="000000"/>
                </a:solidFill>
                <a:effectLst/>
                <a:uFillTx/>
                <a:latin typeface="Arial"/>
              </a:defRPr>
            </a:lvl7pPr>
          </a:lstStyle>
          <a:p>
            <a:pPr marL="457200" indent="-228600" algn="l">
              <a:spcBef>
                <a:spcPts val="1417"/>
              </a:spcBef>
              <a:buClr>
                <a:srgbClr val="FFFFFF"/>
              </a:buClr>
              <a:buSzPct val="45000"/>
              <a:buFont typeface="Wingdings" charset="2"/>
              <a:buChar char=""/>
            </a:pPr>
            <a:r>
              <a:rPr lang="en-IN" sz="1800" b="0" u="none" strike="noStrike">
                <a:solidFill>
                  <a:srgbClr val="000000"/>
                </a:solidFill>
                <a:effectLst/>
                <a:uFillTx/>
                <a:latin typeface="Arial"/>
              </a:rPr>
              <a:t>Click to edit the outline text format</a:t>
            </a:r>
            <a:endParaRPr lang="en-IN" sz="1800" b="0" u="none" strike="noStrike">
              <a:solidFill>
                <a:srgbClr val="000000"/>
              </a:solidFill>
              <a:effectLst/>
              <a:uFillTx/>
              <a:latin typeface="Arial"/>
            </a:endParaRPr>
          </a:p>
          <a:p>
            <a:pPr marL="914400" lvl="1" indent="-317520" algn="l">
              <a:spcBef>
                <a:spcPts val="1134"/>
              </a:spcBef>
              <a:buClr>
                <a:srgbClr val="FFFFFF"/>
              </a:buClr>
              <a:buSzPct val="75000"/>
              <a:buFont typeface="Symbol" charset="2"/>
              <a:buChar char=""/>
            </a:pPr>
            <a:r>
              <a:rPr lang="en-IN" sz="1800" b="0" u="none" strike="noStrike">
                <a:solidFill>
                  <a:srgbClr val="000000"/>
                </a:solidFill>
                <a:effectLst/>
                <a:uFillTx/>
                <a:latin typeface="Arial"/>
              </a:rPr>
              <a:t>Second Outline Level</a:t>
            </a:r>
            <a:endParaRPr lang="en-IN" sz="1800" b="0" u="none" strike="noStrike">
              <a:solidFill>
                <a:srgbClr val="000000"/>
              </a:solidFill>
              <a:effectLst/>
              <a:uFillTx/>
              <a:latin typeface="Arial"/>
            </a:endParaRPr>
          </a:p>
          <a:p>
            <a:pPr marL="1371600" lvl="2" indent="-317520" algn="l">
              <a:spcBef>
                <a:spcPts val="850"/>
              </a:spcBef>
              <a:buClr>
                <a:srgbClr val="FFFFFF"/>
              </a:buClr>
              <a:buSzPct val="45000"/>
              <a:buFont typeface="Wingdings" charset="2"/>
              <a:buChar char=""/>
            </a:pPr>
            <a:r>
              <a:rPr lang="en-IN" sz="1800" b="0" u="none" strike="noStrike">
                <a:solidFill>
                  <a:srgbClr val="000000"/>
                </a:solidFill>
                <a:effectLst/>
                <a:uFillTx/>
                <a:latin typeface="Arial"/>
              </a:rPr>
              <a:t>Third Outline Level</a:t>
            </a:r>
            <a:endParaRPr lang="en-IN" sz="1800" b="0" u="none" strike="noStrike">
              <a:solidFill>
                <a:srgbClr val="000000"/>
              </a:solidFill>
              <a:effectLst/>
              <a:uFillTx/>
              <a:latin typeface="Arial"/>
            </a:endParaRPr>
          </a:p>
          <a:p>
            <a:pPr marL="1828800" lvl="3" indent="-317520" algn="l">
              <a:spcBef>
                <a:spcPts val="567"/>
              </a:spcBef>
              <a:buClr>
                <a:srgbClr val="FFFFFF"/>
              </a:buClr>
              <a:buSzPct val="75000"/>
              <a:buFont typeface="Symbol" charset="2"/>
              <a:buChar char=""/>
            </a:pPr>
            <a:r>
              <a:rPr lang="en-IN" sz="1800" b="0" u="none" strike="noStrike">
                <a:solidFill>
                  <a:srgbClr val="000000"/>
                </a:solidFill>
                <a:effectLst/>
                <a:uFillTx/>
                <a:latin typeface="Arial"/>
              </a:rPr>
              <a:t>Fourth Outline Level</a:t>
            </a:r>
            <a:endParaRPr lang="en-IN" sz="1800" b="0" u="none" strike="noStrike">
              <a:solidFill>
                <a:srgbClr val="000000"/>
              </a:solidFill>
              <a:effectLst/>
              <a:uFillTx/>
              <a:latin typeface="Arial"/>
            </a:endParaRPr>
          </a:p>
          <a:p>
            <a:pPr marL="2286000" lvl="4" indent="-317520" algn="l">
              <a:spcBef>
                <a:spcPts val="283"/>
              </a:spcBef>
              <a:buClr>
                <a:srgbClr val="FFFFFF"/>
              </a:buClr>
              <a:buSzPct val="45000"/>
              <a:buFont typeface="Wingdings" charset="2"/>
              <a:buChar char=""/>
            </a:pPr>
            <a:r>
              <a:rPr lang="en-IN" sz="1800" b="0" u="none" strike="noStrike">
                <a:solidFill>
                  <a:srgbClr val="000000"/>
                </a:solidFill>
                <a:effectLst/>
                <a:uFillTx/>
                <a:latin typeface="Arial"/>
              </a:rPr>
              <a:t>Fifth Outline Level</a:t>
            </a:r>
            <a:endParaRPr lang="en-IN" sz="1800" b="0" u="none" strike="noStrike">
              <a:solidFill>
                <a:srgbClr val="000000"/>
              </a:solidFill>
              <a:effectLst/>
              <a:uFillTx/>
              <a:latin typeface="Arial"/>
            </a:endParaRPr>
          </a:p>
          <a:p>
            <a:pPr marL="2743200" lvl="5" indent="-317520" algn="l">
              <a:spcBef>
                <a:spcPts val="283"/>
              </a:spcBef>
              <a:buClr>
                <a:srgbClr val="FFFFFF"/>
              </a:buClr>
              <a:buSzPct val="45000"/>
              <a:buFont typeface="Wingdings" charset="2"/>
              <a:buChar char=""/>
            </a:pPr>
            <a:r>
              <a:rPr lang="en-IN" sz="1800" b="0" u="none" strike="noStrike">
                <a:solidFill>
                  <a:srgbClr val="000000"/>
                </a:solidFill>
                <a:effectLst/>
                <a:uFillTx/>
                <a:latin typeface="Arial"/>
              </a:rPr>
              <a:t>Sixth Outline Level</a:t>
            </a:r>
            <a:endParaRPr lang="en-IN" sz="1800" b="0" u="none" strike="noStrike">
              <a:solidFill>
                <a:srgbClr val="000000"/>
              </a:solidFill>
              <a:effectLst/>
              <a:uFillTx/>
              <a:latin typeface="Arial"/>
            </a:endParaRPr>
          </a:p>
          <a:p>
            <a:pPr marL="3200400" lvl="6" indent="-317520" algn="l">
              <a:spcBef>
                <a:spcPts val="283"/>
              </a:spcBef>
              <a:buClr>
                <a:srgbClr val="FFFFFF"/>
              </a:buClr>
              <a:buSzPct val="45000"/>
              <a:buFont typeface="Wingdings" charset="2"/>
              <a:buChar char=""/>
            </a:pPr>
            <a:r>
              <a:rPr lang="en-IN" sz="1800" b="0" u="none" strike="noStrike">
                <a:solidFill>
                  <a:srgbClr val="000000"/>
                </a:solidFill>
                <a:effectLst/>
                <a:uFillTx/>
                <a:latin typeface="Arial"/>
              </a:rPr>
              <a:t>Seventh Outline Level</a:t>
            </a:r>
            <a:endParaRPr lang="en-IN" sz="1800" b="0" u="none" strike="noStrike">
              <a:solidFill>
                <a:srgbClr val="000000"/>
              </a:solidFill>
              <a:effectLst/>
              <a:uFillTx/>
              <a:latin typeface="Arial"/>
            </a:endParaRPr>
          </a:p>
        </p:txBody>
      </p:sp>
      <p:sp>
        <p:nvSpPr>
          <p:cNvPr id="12" name="PlaceHolder 2"/>
          <p:cNvSpPr>
            <a:spLocks noGrp="1"/>
          </p:cNvSpPr>
          <p:nvPr>
            <p:ph type="sldNum" idx="3"/>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1"/>
                </a:solidFill>
                <a:effectLst/>
                <a:uFillTx/>
                <a:latin typeface="Roboto"/>
                <a:ea typeface="Roboto"/>
              </a:defRPr>
            </a:lvl1pPr>
          </a:lstStyle>
          <a:p>
            <a:pPr indent="0" algn="r">
              <a:lnSpc>
                <a:spcPct val="100000"/>
              </a:lnSpc>
              <a:buNone/>
              <a:tabLst>
                <a:tab pos="0" algn="l"/>
              </a:tabLst>
            </a:pPr>
            <a:fld id="{06A99C3D-E200-462E-B7C5-1E7868C6DAA9}" type="slidenum">
              <a:rPr lang="en" sz="1000" b="0" u="none" strike="noStrike">
                <a:solidFill>
                  <a:schemeClr val="dk1"/>
                </a:solidFill>
                <a:effectLst/>
                <a:uFillTx/>
                <a:latin typeface="Roboto"/>
                <a:ea typeface="Roboto"/>
              </a:rPr>
              <a:t>&lt;number&gt;</a:t>
            </a:fld>
            <a:endParaRPr lang="en-IN" sz="1000" b="0" u="none" strike="noStrike">
              <a:solidFill>
                <a:srgbClr val="FFFFFF"/>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sp>
        <p:nvSpPr>
          <p:cNvPr id="13" name="Google Shape;14;g83372e3e9c_1_3174"/>
          <p:cNvSpPr/>
          <p:nvPr/>
        </p:nvSpPr>
        <p:spPr>
          <a:xfrm>
            <a:off x="0" y="5076720"/>
            <a:ext cx="9143280" cy="66240"/>
          </a:xfrm>
          <a:prstGeom prst="rect">
            <a:avLst/>
          </a:prstGeom>
          <a:solidFill>
            <a:schemeClr val="accent4"/>
          </a:solidFill>
          <a:ln w="0">
            <a:noFill/>
          </a:ln>
        </p:spPr>
        <p:style>
          <a:lnRef idx="0"/>
          <a:fillRef idx="0"/>
          <a:effectRef idx="0"/>
          <a:fontRef idx="minor"/>
        </p:style>
        <p:txBody>
          <a:bodyPr tIns="33120" bIns="33120" anchor="ctr">
            <a:noAutofit/>
          </a:bodyPr>
          <a:p>
            <a:endParaRPr lang="en-IN" sz="1400" b="0" u="none" strike="noStrike">
              <a:solidFill>
                <a:srgbClr val="FFFFFF"/>
              </a:solidFill>
              <a:effectLst/>
              <a:uFillTx/>
              <a:latin typeface="Arial"/>
            </a:endParaRPr>
          </a:p>
        </p:txBody>
      </p:sp>
      <p:sp>
        <p:nvSpPr>
          <p:cNvPr id="14" name="PlaceHolder 1"/>
          <p:cNvSpPr>
            <a:spLocks noGrp="1"/>
          </p:cNvSpPr>
          <p:nvPr>
            <p:ph type="title" hasCustomPrompt="1"/>
          </p:nvPr>
        </p:nvSpPr>
        <p:spPr>
          <a:xfrm>
            <a:off x="388080" y="1152360"/>
            <a:ext cx="8367840" cy="1537920"/>
          </a:xfrm>
          <a:prstGeom prst="rect">
            <a:avLst/>
          </a:prstGeom>
          <a:noFill/>
          <a:ln w="0">
            <a:noFill/>
          </a:ln>
        </p:spPr>
        <p:txBody>
          <a:bodyPr lIns="91440" tIns="91440" rIns="91440" bIns="91440" anchor="ctr">
            <a:noAutofit/>
          </a:bodyPr>
          <a:lstStyle>
            <a:lvl1pPr indent="0" algn="ctr">
              <a:lnSpc>
                <a:spcPct val="100000"/>
              </a:lnSpc>
              <a:buNone/>
              <a:defRPr lang="en-IN" sz="13000" b="0" u="none" strike="noStrike">
                <a:solidFill>
                  <a:schemeClr val="accent5"/>
                </a:solidFill>
                <a:effectLst/>
                <a:uFillTx/>
                <a:latin typeface="Roboto Slab"/>
                <a:ea typeface="Roboto Slab"/>
              </a:defRPr>
            </a:lvl1pPr>
          </a:lstStyle>
          <a:p>
            <a:pPr indent="0" algn="ctr">
              <a:lnSpc>
                <a:spcPct val="100000"/>
              </a:lnSpc>
              <a:buNone/>
            </a:pPr>
            <a:r>
              <a:rPr lang="en-IN" sz="13000" b="0" u="none" strike="noStrike">
                <a:solidFill>
                  <a:schemeClr val="accent5"/>
                </a:solidFill>
                <a:effectLst/>
                <a:uFillTx/>
                <a:latin typeface="Roboto Slab"/>
                <a:ea typeface="Roboto Slab"/>
              </a:rPr>
              <a:t>xx%</a:t>
            </a:r>
            <a:endParaRPr lang="en-IN" sz="13000" b="0" u="none" strike="noStrike">
              <a:solidFill>
                <a:schemeClr val="accent5"/>
              </a:solidFill>
              <a:effectLst/>
              <a:uFillTx/>
              <a:latin typeface="Roboto Slab"/>
            </a:endParaRPr>
          </a:p>
        </p:txBody>
      </p:sp>
      <p:sp>
        <p:nvSpPr>
          <p:cNvPr id="15" name="PlaceHolder 2"/>
          <p:cNvSpPr>
            <a:spLocks noGrp="1"/>
          </p:cNvSpPr>
          <p:nvPr>
            <p:ph type="body"/>
          </p:nvPr>
        </p:nvSpPr>
        <p:spPr>
          <a:xfrm>
            <a:off x="388080" y="2919600"/>
            <a:ext cx="8367840" cy="1071360"/>
          </a:xfrm>
          <a:prstGeom prst="rect">
            <a:avLst/>
          </a:prstGeom>
          <a:noFill/>
          <a:ln w="0">
            <a:noFill/>
          </a:ln>
        </p:spPr>
        <p:txBody>
          <a:bodyPr lIns="91440" tIns="91440" rIns="91440" bIns="91440" anchor="t">
            <a:noAutofit/>
          </a:bodyPr>
          <a:lstStyle>
            <a:lvl1pPr algn="l">
              <a:spcBef>
                <a:spcPts val="1417"/>
              </a:spcBef>
              <a:buClr>
                <a:srgbClr val="FFFFFF"/>
              </a:buClr>
              <a:buSzPct val="45000"/>
              <a:buFont typeface="Wingdings" charset="2"/>
              <a:buChar char=""/>
              <a:defRPr lang="en-IN" sz="18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n-IN" sz="18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n-IN" sz="18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n-IN" sz="18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n-IN" sz="18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n-IN" sz="18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n-IN" sz="1800" b="0" u="none" strike="noStrike">
                <a:solidFill>
                  <a:srgbClr val="000000"/>
                </a:solidFill>
                <a:effectLst/>
                <a:uFillTx/>
                <a:latin typeface="Arial"/>
              </a:defRPr>
            </a:lvl7pPr>
          </a:lstStyle>
          <a:p>
            <a:pPr marL="457200" indent="-343080" algn="l">
              <a:spcBef>
                <a:spcPts val="1417"/>
              </a:spcBef>
              <a:buClr>
                <a:srgbClr val="FFFFFF"/>
              </a:buClr>
              <a:buSzPct val="45000"/>
              <a:buFont typeface="Wingdings" charset="2"/>
              <a:buChar char=""/>
            </a:pPr>
            <a:r>
              <a:rPr lang="en-IN" sz="1800" b="0" u="none" strike="noStrike">
                <a:solidFill>
                  <a:srgbClr val="000000"/>
                </a:solidFill>
                <a:effectLst/>
                <a:uFillTx/>
                <a:latin typeface="Arial"/>
              </a:rPr>
              <a:t>Click to edit the outline text format</a:t>
            </a:r>
            <a:endParaRPr lang="en-IN" sz="1800" b="0" u="none" strike="noStrike">
              <a:solidFill>
                <a:srgbClr val="000000"/>
              </a:solidFill>
              <a:effectLst/>
              <a:uFillTx/>
              <a:latin typeface="Arial"/>
            </a:endParaRPr>
          </a:p>
          <a:p>
            <a:pPr marL="914400" lvl="1" indent="-317520" algn="l">
              <a:spcBef>
                <a:spcPts val="1134"/>
              </a:spcBef>
              <a:buClr>
                <a:srgbClr val="FFFFFF"/>
              </a:buClr>
              <a:buSzPct val="75000"/>
              <a:buFont typeface="Symbol" charset="2"/>
              <a:buChar char=""/>
            </a:pPr>
            <a:r>
              <a:rPr lang="en-IN" sz="1800" b="0" u="none" strike="noStrike">
                <a:solidFill>
                  <a:srgbClr val="000000"/>
                </a:solidFill>
                <a:effectLst/>
                <a:uFillTx/>
                <a:latin typeface="Arial"/>
              </a:rPr>
              <a:t>Second Outline Level</a:t>
            </a:r>
            <a:endParaRPr lang="en-IN" sz="1800" b="0" u="none" strike="noStrike">
              <a:solidFill>
                <a:srgbClr val="000000"/>
              </a:solidFill>
              <a:effectLst/>
              <a:uFillTx/>
              <a:latin typeface="Arial"/>
            </a:endParaRPr>
          </a:p>
          <a:p>
            <a:pPr marL="1371600" lvl="2" indent="-317520" algn="l">
              <a:spcBef>
                <a:spcPts val="850"/>
              </a:spcBef>
              <a:buClr>
                <a:srgbClr val="FFFFFF"/>
              </a:buClr>
              <a:buSzPct val="45000"/>
              <a:buFont typeface="Wingdings" charset="2"/>
              <a:buChar char=""/>
            </a:pPr>
            <a:r>
              <a:rPr lang="en-IN" sz="1800" b="0" u="none" strike="noStrike">
                <a:solidFill>
                  <a:srgbClr val="000000"/>
                </a:solidFill>
                <a:effectLst/>
                <a:uFillTx/>
                <a:latin typeface="Arial"/>
              </a:rPr>
              <a:t>Third Outline Level</a:t>
            </a:r>
            <a:endParaRPr lang="en-IN" sz="1800" b="0" u="none" strike="noStrike">
              <a:solidFill>
                <a:srgbClr val="000000"/>
              </a:solidFill>
              <a:effectLst/>
              <a:uFillTx/>
              <a:latin typeface="Arial"/>
            </a:endParaRPr>
          </a:p>
          <a:p>
            <a:pPr marL="1828800" lvl="3" indent="-317520" algn="l">
              <a:spcBef>
                <a:spcPts val="567"/>
              </a:spcBef>
              <a:buClr>
                <a:srgbClr val="FFFFFF"/>
              </a:buClr>
              <a:buSzPct val="75000"/>
              <a:buFont typeface="Symbol" charset="2"/>
              <a:buChar char=""/>
            </a:pPr>
            <a:r>
              <a:rPr lang="en-IN" sz="1800" b="0" u="none" strike="noStrike">
                <a:solidFill>
                  <a:srgbClr val="000000"/>
                </a:solidFill>
                <a:effectLst/>
                <a:uFillTx/>
                <a:latin typeface="Arial"/>
              </a:rPr>
              <a:t>Fourth Outline Level</a:t>
            </a:r>
            <a:endParaRPr lang="en-IN" sz="1800" b="0" u="none" strike="noStrike">
              <a:solidFill>
                <a:srgbClr val="000000"/>
              </a:solidFill>
              <a:effectLst/>
              <a:uFillTx/>
              <a:latin typeface="Arial"/>
            </a:endParaRPr>
          </a:p>
          <a:p>
            <a:pPr marL="2286000" lvl="4" indent="-317520" algn="l">
              <a:spcBef>
                <a:spcPts val="283"/>
              </a:spcBef>
              <a:buClr>
                <a:srgbClr val="FFFFFF"/>
              </a:buClr>
              <a:buSzPct val="45000"/>
              <a:buFont typeface="Wingdings" charset="2"/>
              <a:buChar char=""/>
            </a:pPr>
            <a:r>
              <a:rPr lang="en-IN" sz="1800" b="0" u="none" strike="noStrike">
                <a:solidFill>
                  <a:srgbClr val="000000"/>
                </a:solidFill>
                <a:effectLst/>
                <a:uFillTx/>
                <a:latin typeface="Arial"/>
              </a:rPr>
              <a:t>Fifth Outline Level</a:t>
            </a:r>
            <a:endParaRPr lang="en-IN" sz="1800" b="0" u="none" strike="noStrike">
              <a:solidFill>
                <a:srgbClr val="000000"/>
              </a:solidFill>
              <a:effectLst/>
              <a:uFillTx/>
              <a:latin typeface="Arial"/>
            </a:endParaRPr>
          </a:p>
          <a:p>
            <a:pPr marL="2743200" lvl="5" indent="-317520" algn="l">
              <a:spcBef>
                <a:spcPts val="283"/>
              </a:spcBef>
              <a:buClr>
                <a:srgbClr val="FFFFFF"/>
              </a:buClr>
              <a:buSzPct val="45000"/>
              <a:buFont typeface="Wingdings" charset="2"/>
              <a:buChar char=""/>
            </a:pPr>
            <a:r>
              <a:rPr lang="en-IN" sz="1800" b="0" u="none" strike="noStrike">
                <a:solidFill>
                  <a:srgbClr val="000000"/>
                </a:solidFill>
                <a:effectLst/>
                <a:uFillTx/>
                <a:latin typeface="Arial"/>
              </a:rPr>
              <a:t>Sixth Outline Level</a:t>
            </a:r>
            <a:endParaRPr lang="en-IN" sz="1800" b="0" u="none" strike="noStrike">
              <a:solidFill>
                <a:srgbClr val="000000"/>
              </a:solidFill>
              <a:effectLst/>
              <a:uFillTx/>
              <a:latin typeface="Arial"/>
            </a:endParaRPr>
          </a:p>
          <a:p>
            <a:pPr marL="3200400" lvl="6" indent="-317520" algn="l">
              <a:spcBef>
                <a:spcPts val="283"/>
              </a:spcBef>
              <a:buClr>
                <a:srgbClr val="FFFFFF"/>
              </a:buClr>
              <a:buSzPct val="45000"/>
              <a:buFont typeface="Wingdings" charset="2"/>
              <a:buChar char=""/>
            </a:pPr>
            <a:r>
              <a:rPr lang="en-IN" sz="1800" b="0" u="none" strike="noStrike">
                <a:solidFill>
                  <a:srgbClr val="000000"/>
                </a:solidFill>
                <a:effectLst/>
                <a:uFillTx/>
                <a:latin typeface="Arial"/>
              </a:rPr>
              <a:t>Seventh Outline Level</a:t>
            </a:r>
            <a:endParaRPr lang="en-IN" sz="1800" b="0" u="none" strike="noStrike">
              <a:solidFill>
                <a:srgbClr val="000000"/>
              </a:solidFill>
              <a:effectLst/>
              <a:uFillTx/>
              <a:latin typeface="Arial"/>
            </a:endParaRPr>
          </a:p>
        </p:txBody>
      </p:sp>
      <p:sp>
        <p:nvSpPr>
          <p:cNvPr id="16" name="PlaceHolder 3"/>
          <p:cNvSpPr>
            <a:spLocks noGrp="1"/>
          </p:cNvSpPr>
          <p:nvPr>
            <p:ph type="sldNum" idx="4"/>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1"/>
                </a:solidFill>
                <a:effectLst/>
                <a:uFillTx/>
                <a:latin typeface="Roboto"/>
                <a:ea typeface="Roboto"/>
              </a:defRPr>
            </a:lvl1pPr>
          </a:lstStyle>
          <a:p>
            <a:pPr indent="0" algn="r">
              <a:lnSpc>
                <a:spcPct val="100000"/>
              </a:lnSpc>
              <a:buNone/>
              <a:tabLst>
                <a:tab pos="0" algn="l"/>
              </a:tabLst>
            </a:pPr>
            <a:fld id="{1D2B51C5-ACFC-4446-9F2A-40C7748EE3C6}" type="slidenum">
              <a:rPr lang="en" sz="1000" b="0" u="none" strike="noStrike">
                <a:solidFill>
                  <a:schemeClr val="dk1"/>
                </a:solidFill>
                <a:effectLst/>
                <a:uFillTx/>
                <a:latin typeface="Roboto"/>
                <a:ea typeface="Roboto"/>
              </a:rPr>
              <a:t>&lt;number&gt;</a:t>
            </a:fld>
            <a:endParaRPr lang="en-IN" sz="1000" b="0" u="none" strike="noStrike">
              <a:solidFill>
                <a:srgbClr val="FFFFFF"/>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lt1"/>
        </a:solidFill>
      </p:bgPr>
    </p:bg>
    <p:spTree>
      <p:nvGrpSpPr>
        <p:cNvPr id="1" name=""/>
        <p:cNvGrpSpPr/>
        <p:nvPr/>
      </p:nvGrpSpPr>
      <p:grpSpPr>
        <a:xfrm>
          <a:off x="0" y="0"/>
          <a:ext cx="0" cy="0"/>
          <a:chOff x="0" y="0"/>
          <a:chExt cx="0" cy="0"/>
        </a:xfrm>
      </p:grpSpPr>
      <p:sp>
        <p:nvSpPr>
          <p:cNvPr id="17" name="PlaceHolder 1"/>
          <p:cNvSpPr>
            <a:spLocks noGrp="1"/>
          </p:cNvSpPr>
          <p:nvPr>
            <p:ph type="sldNum" idx="5"/>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1"/>
                </a:solidFill>
                <a:effectLst/>
                <a:uFillTx/>
                <a:latin typeface="Roboto"/>
                <a:ea typeface="Roboto"/>
              </a:defRPr>
            </a:lvl1pPr>
          </a:lstStyle>
          <a:p>
            <a:pPr indent="0" algn="r">
              <a:lnSpc>
                <a:spcPct val="100000"/>
              </a:lnSpc>
              <a:buNone/>
              <a:tabLst>
                <a:tab pos="0" algn="l"/>
              </a:tabLst>
            </a:pPr>
            <a:fld id="{6A68CD4F-2D32-400B-9FDC-4EC464A2E3C2}" type="slidenum">
              <a:rPr lang="en" sz="1000" b="0" u="none" strike="noStrike">
                <a:solidFill>
                  <a:schemeClr val="dk1"/>
                </a:solidFill>
                <a:effectLst/>
                <a:uFillTx/>
                <a:latin typeface="Roboto"/>
                <a:ea typeface="Roboto"/>
              </a:rPr>
              <a:t>&lt;number&gt;</a:t>
            </a:fld>
            <a:endParaRPr lang="en-IN" sz="1000" b="0" u="none" strike="noStrike">
              <a:solidFill>
                <a:srgbClr val="FFFFFF"/>
              </a:solidFill>
              <a:effectLst/>
              <a:uFillTx/>
              <a:latin typeface="Times New Roman"/>
            </a:endParaRPr>
          </a:p>
        </p:txBody>
      </p:sp>
      <p:sp>
        <p:nvSpPr>
          <p:cNvPr id="18" name="PlaceHolder 2"/>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lvl1pPr indent="0" algn="l">
              <a:buNone/>
              <a:defRPr lang="en-IN" sz="1400" b="0" u="none" strike="noStrike">
                <a:solidFill>
                  <a:srgbClr val="000000"/>
                </a:solidFill>
                <a:effectLst/>
                <a:uFillTx/>
                <a:latin typeface="Arial"/>
              </a:defRPr>
            </a:lvl1pPr>
          </a:lstStyle>
          <a:p>
            <a:pPr indent="0" algn="l">
              <a:buNone/>
            </a:pPr>
            <a:r>
              <a:rPr lang="en-IN" sz="1400" b="0" u="none" strike="noStrike">
                <a:solidFill>
                  <a:srgbClr val="000000"/>
                </a:solidFill>
                <a:effectLst/>
                <a:uFillTx/>
                <a:latin typeface="Arial"/>
              </a:rPr>
              <a:t>Click to edit the title text format</a:t>
            </a:r>
            <a:endParaRPr lang="en-IN" sz="1400" b="0" u="none" strike="noStrike">
              <a:solidFill>
                <a:srgbClr val="000000"/>
              </a:solidFill>
              <a:effectLst/>
              <a:uFillTx/>
              <a:latin typeface="Arial"/>
            </a:endParaRPr>
          </a:p>
        </p:txBody>
      </p:sp>
      <p:sp>
        <p:nvSpPr>
          <p:cNvPr id="19"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FFFFFF"/>
              </a:buClr>
              <a:buSzPct val="45000"/>
              <a:buFont typeface="Wingdings" charset="2"/>
              <a:buChar char=""/>
              <a:defRPr lang="en-IN" sz="14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n-IN" sz="14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n-IN" sz="14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n-IN" sz="14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n-IN" sz="20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n-IN" sz="20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n-IN" sz="2000" b="0" u="none" strike="noStrike">
                <a:solidFill>
                  <a:srgbClr val="000000"/>
                </a:solidFill>
                <a:effectLst/>
                <a:uFillTx/>
                <a:latin typeface="Arial"/>
              </a:defRPr>
            </a:lvl7pPr>
          </a:lstStyle>
          <a:p>
            <a:pPr marL="432000" indent="-324000" algn="l">
              <a:spcBef>
                <a:spcPts val="1417"/>
              </a:spcBef>
              <a:buClr>
                <a:srgbClr val="FFFFFF"/>
              </a:buClr>
              <a:buSzPct val="45000"/>
              <a:buFont typeface="Wingdings" charset="2"/>
              <a:buChar char=""/>
            </a:pPr>
            <a:r>
              <a:rPr lang="en-IN" sz="1400" b="0" u="none" strike="noStrike">
                <a:solidFill>
                  <a:srgbClr val="000000"/>
                </a:solidFill>
                <a:effectLst/>
                <a:uFillTx/>
                <a:latin typeface="Arial"/>
              </a:rPr>
              <a:t>Click to edit the outline text format</a:t>
            </a:r>
            <a:endParaRPr lang="en-IN" sz="1400" b="0" u="none" strike="noStrike">
              <a:solidFill>
                <a:srgbClr val="000000"/>
              </a:solidFill>
              <a:effectLst/>
              <a:uFillTx/>
              <a:latin typeface="Arial"/>
            </a:endParaRPr>
          </a:p>
          <a:p>
            <a:pPr marL="864000" lvl="1" indent="-324000" algn="l">
              <a:spcBef>
                <a:spcPts val="1134"/>
              </a:spcBef>
              <a:buClr>
                <a:srgbClr val="FFFFFF"/>
              </a:buClr>
              <a:buSzPct val="75000"/>
              <a:buFont typeface="Symbol" charset="2"/>
              <a:buChar char=""/>
            </a:pPr>
            <a:r>
              <a:rPr lang="en-IN" sz="1400" b="0" u="none" strike="noStrike">
                <a:solidFill>
                  <a:srgbClr val="000000"/>
                </a:solidFill>
                <a:effectLst/>
                <a:uFillTx/>
                <a:latin typeface="Arial"/>
              </a:rPr>
              <a:t>Second Outline Level</a:t>
            </a:r>
            <a:endParaRPr lang="en-IN" sz="1400" b="0" u="none" strike="noStrike">
              <a:solidFill>
                <a:srgbClr val="000000"/>
              </a:solidFill>
              <a:effectLst/>
              <a:uFillTx/>
              <a:latin typeface="Arial"/>
            </a:endParaRPr>
          </a:p>
          <a:p>
            <a:pPr marL="1296000" lvl="2" indent="-288000" algn="l">
              <a:spcBef>
                <a:spcPts val="850"/>
              </a:spcBef>
              <a:buClr>
                <a:srgbClr val="FFFFFF"/>
              </a:buClr>
              <a:buSzPct val="45000"/>
              <a:buFont typeface="Wingdings" charset="2"/>
              <a:buChar char=""/>
            </a:pPr>
            <a:r>
              <a:rPr lang="en-IN" sz="1400" b="0" u="none" strike="noStrike">
                <a:solidFill>
                  <a:srgbClr val="000000"/>
                </a:solidFill>
                <a:effectLst/>
                <a:uFillTx/>
                <a:latin typeface="Arial"/>
              </a:rPr>
              <a:t>Third Outline Level</a:t>
            </a:r>
            <a:endParaRPr lang="en-IN" sz="1400" b="0" u="none" strike="noStrike">
              <a:solidFill>
                <a:srgbClr val="000000"/>
              </a:solidFill>
              <a:effectLst/>
              <a:uFillTx/>
              <a:latin typeface="Arial"/>
            </a:endParaRPr>
          </a:p>
          <a:p>
            <a:pPr marL="1728000" lvl="3" indent="-216000" algn="l">
              <a:spcBef>
                <a:spcPts val="567"/>
              </a:spcBef>
              <a:buClr>
                <a:srgbClr val="FFFFFF"/>
              </a:buClr>
              <a:buSzPct val="75000"/>
              <a:buFont typeface="Symbol" charset="2"/>
              <a:buChar char=""/>
            </a:pPr>
            <a:r>
              <a:rPr lang="en-IN" sz="1400" b="0" u="none" strike="noStrike">
                <a:solidFill>
                  <a:srgbClr val="000000"/>
                </a:solidFill>
                <a:effectLst/>
                <a:uFillTx/>
                <a:latin typeface="Arial"/>
              </a:rPr>
              <a:t>Fourth Outline Level</a:t>
            </a:r>
            <a:endParaRPr lang="en-IN" sz="1400" b="0" u="none" strike="noStrike">
              <a:solidFill>
                <a:srgbClr val="000000"/>
              </a:solidFill>
              <a:effectLst/>
              <a:uFillTx/>
              <a:latin typeface="Arial"/>
            </a:endParaRPr>
          </a:p>
          <a:p>
            <a:pPr marL="2160000" lvl="4" indent="-216000" algn="l">
              <a:spcBef>
                <a:spcPts val="283"/>
              </a:spcBef>
              <a:buClr>
                <a:srgbClr val="FFFFFF"/>
              </a:buClr>
              <a:buSzPct val="45000"/>
              <a:buFont typeface="Wingdings" charset="2"/>
              <a:buChar char=""/>
            </a:pPr>
            <a:r>
              <a:rPr lang="en-IN" sz="2000" b="0" u="none" strike="noStrike">
                <a:solidFill>
                  <a:srgbClr val="000000"/>
                </a:solidFill>
                <a:effectLst/>
                <a:uFillTx/>
                <a:latin typeface="Arial"/>
              </a:rPr>
              <a:t>Fifth Outline Level</a:t>
            </a:r>
            <a:endParaRPr lang="en-IN" sz="2000" b="0" u="none" strike="noStrike">
              <a:solidFill>
                <a:srgbClr val="000000"/>
              </a:solidFill>
              <a:effectLst/>
              <a:uFillTx/>
              <a:latin typeface="Arial"/>
            </a:endParaRPr>
          </a:p>
          <a:p>
            <a:pPr marL="2592000" lvl="5" indent="-216000" algn="l">
              <a:spcBef>
                <a:spcPts val="283"/>
              </a:spcBef>
              <a:buClr>
                <a:srgbClr val="FFFFFF"/>
              </a:buClr>
              <a:buSzPct val="45000"/>
              <a:buFont typeface="Wingdings" charset="2"/>
              <a:buChar char=""/>
            </a:pPr>
            <a:r>
              <a:rPr lang="en-IN" sz="2000" b="0" u="none" strike="noStrike">
                <a:solidFill>
                  <a:srgbClr val="000000"/>
                </a:solidFill>
                <a:effectLst/>
                <a:uFillTx/>
                <a:latin typeface="Arial"/>
              </a:rPr>
              <a:t>Sixth Outline Level</a:t>
            </a:r>
            <a:endParaRPr lang="en-IN" sz="2000" b="0" u="none" strike="noStrike">
              <a:solidFill>
                <a:srgbClr val="000000"/>
              </a:solidFill>
              <a:effectLst/>
              <a:uFillTx/>
              <a:latin typeface="Arial"/>
            </a:endParaRPr>
          </a:p>
          <a:p>
            <a:pPr marL="3024000" lvl="6" indent="-216000" algn="l">
              <a:spcBef>
                <a:spcPts val="283"/>
              </a:spcBef>
              <a:buClr>
                <a:srgbClr val="FFFFFF"/>
              </a:buClr>
              <a:buSzPct val="45000"/>
              <a:buFont typeface="Wingdings" charset="2"/>
              <a:buChar char=""/>
            </a:pPr>
            <a:r>
              <a:rPr lang="en-IN" sz="2000" b="0" u="none" strike="noStrike">
                <a:solidFill>
                  <a:srgbClr val="000000"/>
                </a:solidFill>
                <a:effectLst/>
                <a:uFillTx/>
                <a:latin typeface="Arial"/>
              </a:rPr>
              <a:t>Seventh Outline Level</a:t>
            </a:r>
            <a:endParaRPr lang="en-IN" sz="2000" b="0" u="none" strike="noStrik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20" name="Google Shape;21;g83372e3e9c_1_3131"/>
          <p:cNvSpPr/>
          <p:nvPr/>
        </p:nvSpPr>
        <p:spPr>
          <a:xfrm>
            <a:off x="1524960" y="672480"/>
            <a:ext cx="1081440" cy="1124640"/>
          </a:xfrm>
          <a:custGeom>
            <a:avLst/>
            <a:gdLst>
              <a:gd name="textAreaLeft" fmla="*/ 0 w 1081440"/>
              <a:gd name="textAreaRight" fmla="*/ 1081800 w 1081440"/>
              <a:gd name="textAreaTop" fmla="*/ 0 h 1124640"/>
              <a:gd name="textAreaBottom" fmla="*/ 1125000 h 1124640"/>
            </a:gdLst>
            <a:ahLst/>
            <a:cxnLst/>
            <a:rect l="textAreaLeft" t="textAreaTop" r="textAreaRight" b="textAreaBottom"/>
            <a:pathLst>
              <a:path w="43265" h="44998">
                <a:moveTo>
                  <a:pt x="0" y="44998"/>
                </a:moveTo>
                <a:lnTo>
                  <a:pt x="0" y="0"/>
                </a:lnTo>
                <a:lnTo>
                  <a:pt x="43265" y="0"/>
                </a:lnTo>
              </a:path>
            </a:pathLst>
          </a:custGeom>
          <a:noFill/>
          <a:ln w="28575">
            <a:solidFill>
              <a:srgbClr val="8BC34A"/>
            </a:solidFill>
            <a:miter/>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1" name="Google Shape;22;g83372e3e9c_1_3131"/>
          <p:cNvSpPr/>
          <p:nvPr/>
        </p:nvSpPr>
        <p:spPr>
          <a:xfrm rot="10800000">
            <a:off x="6537600" y="3343320"/>
            <a:ext cx="1081440" cy="1124640"/>
          </a:xfrm>
          <a:custGeom>
            <a:avLst/>
            <a:gdLst>
              <a:gd name="textAreaLeft" fmla="*/ 0 w 1081440"/>
              <a:gd name="textAreaRight" fmla="*/ 1081800 w 1081440"/>
              <a:gd name="textAreaTop" fmla="*/ 0 h 1124640"/>
              <a:gd name="textAreaBottom" fmla="*/ 1125000 h 1124640"/>
            </a:gdLst>
            <a:ahLst/>
            <a:cxnLst/>
            <a:rect l="textAreaLeft" t="textAreaTop" r="textAreaRight" b="textAreaBottom"/>
            <a:pathLst>
              <a:path w="43265" h="44998">
                <a:moveTo>
                  <a:pt x="0" y="44998"/>
                </a:moveTo>
                <a:lnTo>
                  <a:pt x="0" y="0"/>
                </a:lnTo>
                <a:lnTo>
                  <a:pt x="43265" y="0"/>
                </a:lnTo>
              </a:path>
            </a:pathLst>
          </a:custGeom>
          <a:noFill/>
          <a:ln w="28575">
            <a:solidFill>
              <a:srgbClr val="8BC34A"/>
            </a:solidFill>
            <a:miter/>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cxnSp>
        <p:nvCxnSpPr>
          <p:cNvPr id="22" name="Google Shape;23;g83372e3e9c_1_3131"/>
          <p:cNvCxnSpPr/>
          <p:nvPr/>
        </p:nvCxnSpPr>
        <p:spPr>
          <a:xfrm>
            <a:off x="4359600" y="2817360"/>
            <a:ext cx="425160" cy="360"/>
          </a:xfrm>
          <a:prstGeom prst="straightConnector1">
            <a:avLst/>
          </a:prstGeom>
          <a:ln w="38100">
            <a:solidFill>
              <a:srgbClr val="039BE5"/>
            </a:solidFill>
            <a:round/>
          </a:ln>
        </p:spPr>
      </p:cxnSp>
      <p:sp>
        <p:nvSpPr>
          <p:cNvPr id="23" name="PlaceHolder 1"/>
          <p:cNvSpPr>
            <a:spLocks noGrp="1"/>
          </p:cNvSpPr>
          <p:nvPr>
            <p:ph type="title"/>
          </p:nvPr>
        </p:nvSpPr>
        <p:spPr>
          <a:xfrm>
            <a:off x="1680480" y="1189080"/>
            <a:ext cx="5783040" cy="1456920"/>
          </a:xfrm>
          <a:prstGeom prst="rect">
            <a:avLst/>
          </a:prstGeom>
          <a:noFill/>
          <a:ln w="0">
            <a:noFill/>
          </a:ln>
        </p:spPr>
        <p:txBody>
          <a:bodyPr lIns="91440" tIns="91440" rIns="91440" bIns="91440" anchor="b">
            <a:noAutofit/>
          </a:bodyPr>
          <a:lstStyle>
            <a:lvl1pPr indent="0" algn="l">
              <a:buNone/>
              <a:defRPr lang="en-IN" sz="4000" b="0" u="none" strike="noStrike">
                <a:solidFill>
                  <a:srgbClr val="000000"/>
                </a:solidFill>
                <a:effectLst/>
                <a:uFillTx/>
                <a:latin typeface="Arial"/>
              </a:defRPr>
            </a:lvl1pPr>
          </a:lstStyle>
          <a:p>
            <a:pPr indent="0" algn="l">
              <a:buNone/>
            </a:pPr>
            <a:r>
              <a:rPr lang="en-IN" sz="4000" b="0" u="none" strike="noStrike">
                <a:solidFill>
                  <a:srgbClr val="000000"/>
                </a:solidFill>
                <a:effectLst/>
                <a:uFillTx/>
                <a:latin typeface="Arial"/>
              </a:rPr>
              <a:t>Click to edit the title text format</a:t>
            </a:r>
            <a:endParaRPr lang="en-IN" sz="4000" b="0" u="none" strike="noStrike">
              <a:solidFill>
                <a:srgbClr val="000000"/>
              </a:solidFill>
              <a:effectLst/>
              <a:uFillTx/>
              <a:latin typeface="Arial"/>
            </a:endParaRPr>
          </a:p>
        </p:txBody>
      </p:sp>
      <p:sp>
        <p:nvSpPr>
          <p:cNvPr id="24" name="PlaceHolder 2"/>
          <p:cNvSpPr>
            <a:spLocks noGrp="1"/>
          </p:cNvSpPr>
          <p:nvPr>
            <p:ph type="sldNum" idx="6"/>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1"/>
                </a:solidFill>
                <a:effectLst/>
                <a:uFillTx/>
                <a:latin typeface="Roboto"/>
                <a:ea typeface="Roboto"/>
              </a:defRPr>
            </a:lvl1pPr>
          </a:lstStyle>
          <a:p>
            <a:pPr indent="0" algn="r">
              <a:lnSpc>
                <a:spcPct val="100000"/>
              </a:lnSpc>
              <a:buNone/>
              <a:tabLst>
                <a:tab pos="0" algn="l"/>
              </a:tabLst>
            </a:pPr>
            <a:fld id="{36204AD6-70B5-497F-92BD-7ED919BEEED3}" type="slidenum">
              <a:rPr lang="en" sz="1000" b="0" u="none" strike="noStrike">
                <a:solidFill>
                  <a:schemeClr val="dk1"/>
                </a:solidFill>
                <a:effectLst/>
                <a:uFillTx/>
                <a:latin typeface="Roboto"/>
                <a:ea typeface="Roboto"/>
              </a:rPr>
              <a:t>&lt;number&gt;</a:t>
            </a:fld>
            <a:endParaRPr lang="en-IN" sz="1000" b="0" u="none" strike="noStrike">
              <a:solidFill>
                <a:srgbClr val="FFFFFF"/>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cxnSp>
        <p:nvCxnSpPr>
          <p:cNvPr id="25" name="Google Shape;28;g83372e3e9c_1_3142"/>
          <p:cNvCxnSpPr/>
          <p:nvPr/>
        </p:nvCxnSpPr>
        <p:spPr>
          <a:xfrm>
            <a:off x="492480" y="1260000"/>
            <a:ext cx="425160" cy="360"/>
          </a:xfrm>
          <a:prstGeom prst="straightConnector1">
            <a:avLst/>
          </a:prstGeom>
          <a:ln w="38100">
            <a:solidFill>
              <a:srgbClr val="039BE5"/>
            </a:solidFill>
            <a:round/>
          </a:ln>
        </p:spPr>
      </p:cxnSp>
      <p:sp>
        <p:nvSpPr>
          <p:cNvPr id="26" name="PlaceHolder 1"/>
          <p:cNvSpPr>
            <a:spLocks noGrp="1"/>
          </p:cNvSpPr>
          <p:nvPr>
            <p:ph type="title"/>
          </p:nvPr>
        </p:nvSpPr>
        <p:spPr>
          <a:xfrm>
            <a:off x="388080" y="457920"/>
            <a:ext cx="8367840" cy="685800"/>
          </a:xfrm>
          <a:prstGeom prst="rect">
            <a:avLst/>
          </a:prstGeom>
          <a:noFill/>
          <a:ln w="0">
            <a:noFill/>
          </a:ln>
        </p:spPr>
        <p:txBody>
          <a:bodyPr lIns="91440" tIns="91440" rIns="91440" bIns="91440" anchor="b">
            <a:noAutofit/>
          </a:bodyPr>
          <a:lstStyle>
            <a:lvl1pPr indent="0" algn="l">
              <a:buNone/>
              <a:defRPr lang="en-IN" sz="3000" b="0" u="none" strike="noStrike">
                <a:solidFill>
                  <a:srgbClr val="000000"/>
                </a:solidFill>
                <a:effectLst/>
                <a:uFillTx/>
                <a:latin typeface="Arial"/>
              </a:defRPr>
            </a:lvl1pPr>
          </a:lstStyle>
          <a:p>
            <a:pPr indent="0" algn="l">
              <a:buNone/>
            </a:pPr>
            <a:r>
              <a:rPr lang="en-IN" sz="3000" b="0" u="none" strike="noStrike">
                <a:solidFill>
                  <a:srgbClr val="000000"/>
                </a:solidFill>
                <a:effectLst/>
                <a:uFillTx/>
                <a:latin typeface="Arial"/>
              </a:rPr>
              <a:t>Click to edit the title text format</a:t>
            </a:r>
            <a:endParaRPr lang="en-IN" sz="3000" b="0" u="none" strike="noStrike">
              <a:solidFill>
                <a:srgbClr val="000000"/>
              </a:solidFill>
              <a:effectLst/>
              <a:uFillTx/>
              <a:latin typeface="Arial"/>
            </a:endParaRPr>
          </a:p>
        </p:txBody>
      </p:sp>
      <p:sp>
        <p:nvSpPr>
          <p:cNvPr id="27" name="PlaceHolder 2"/>
          <p:cNvSpPr>
            <a:spLocks noGrp="1"/>
          </p:cNvSpPr>
          <p:nvPr>
            <p:ph type="body"/>
          </p:nvPr>
        </p:nvSpPr>
        <p:spPr>
          <a:xfrm>
            <a:off x="388080" y="1489680"/>
            <a:ext cx="8367840" cy="3078720"/>
          </a:xfrm>
          <a:prstGeom prst="rect">
            <a:avLst/>
          </a:prstGeom>
          <a:noFill/>
          <a:ln w="0">
            <a:noFill/>
          </a:ln>
        </p:spPr>
        <p:txBody>
          <a:bodyPr lIns="91440" tIns="91440" rIns="91440" bIns="91440" anchor="t">
            <a:noAutofit/>
          </a:bodyPr>
          <a:lstStyle>
            <a:lvl1pPr algn="l">
              <a:spcBef>
                <a:spcPts val="1417"/>
              </a:spcBef>
              <a:buClr>
                <a:srgbClr val="FFFFFF"/>
              </a:buClr>
              <a:buSzPct val="45000"/>
              <a:buFont typeface="Wingdings" charset="2"/>
              <a:buChar char=""/>
              <a:defRPr lang="en-IN" sz="18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n-IN" sz="18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n-IN" sz="18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n-IN" sz="18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n-IN" sz="18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n-IN" sz="18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n-IN" sz="1800" b="0" u="none" strike="noStrike">
                <a:solidFill>
                  <a:srgbClr val="000000"/>
                </a:solidFill>
                <a:effectLst/>
                <a:uFillTx/>
                <a:latin typeface="Arial"/>
              </a:defRPr>
            </a:lvl7pPr>
          </a:lstStyle>
          <a:p>
            <a:pPr marL="457200" indent="-343080" algn="l">
              <a:spcBef>
                <a:spcPts val="1417"/>
              </a:spcBef>
              <a:buClr>
                <a:srgbClr val="FFFFFF"/>
              </a:buClr>
              <a:buSzPct val="45000"/>
              <a:buFont typeface="Wingdings" charset="2"/>
              <a:buChar char=""/>
            </a:pPr>
            <a:r>
              <a:rPr lang="en-IN" sz="1800" b="0" u="none" strike="noStrike">
                <a:solidFill>
                  <a:srgbClr val="000000"/>
                </a:solidFill>
                <a:effectLst/>
                <a:uFillTx/>
                <a:latin typeface="Arial"/>
              </a:rPr>
              <a:t>Click to edit the outline text format</a:t>
            </a:r>
            <a:endParaRPr lang="en-IN" sz="1800" b="0" u="none" strike="noStrike">
              <a:solidFill>
                <a:srgbClr val="000000"/>
              </a:solidFill>
              <a:effectLst/>
              <a:uFillTx/>
              <a:latin typeface="Arial"/>
            </a:endParaRPr>
          </a:p>
          <a:p>
            <a:pPr marL="914400" lvl="1" indent="-317520" algn="l">
              <a:spcBef>
                <a:spcPts val="1134"/>
              </a:spcBef>
              <a:buClr>
                <a:srgbClr val="FFFFFF"/>
              </a:buClr>
              <a:buSzPct val="75000"/>
              <a:buFont typeface="Symbol" charset="2"/>
              <a:buChar char=""/>
            </a:pPr>
            <a:r>
              <a:rPr lang="en-IN" sz="1800" b="0" u="none" strike="noStrike">
                <a:solidFill>
                  <a:srgbClr val="000000"/>
                </a:solidFill>
                <a:effectLst/>
                <a:uFillTx/>
                <a:latin typeface="Arial"/>
              </a:rPr>
              <a:t>Second Outline Level</a:t>
            </a:r>
            <a:endParaRPr lang="en-IN" sz="1800" b="0" u="none" strike="noStrike">
              <a:solidFill>
                <a:srgbClr val="000000"/>
              </a:solidFill>
              <a:effectLst/>
              <a:uFillTx/>
              <a:latin typeface="Arial"/>
            </a:endParaRPr>
          </a:p>
          <a:p>
            <a:pPr marL="1371600" lvl="2" indent="-317520" algn="l">
              <a:spcBef>
                <a:spcPts val="850"/>
              </a:spcBef>
              <a:buClr>
                <a:srgbClr val="FFFFFF"/>
              </a:buClr>
              <a:buSzPct val="45000"/>
              <a:buFont typeface="Wingdings" charset="2"/>
              <a:buChar char=""/>
            </a:pPr>
            <a:r>
              <a:rPr lang="en-IN" sz="1800" b="0" u="none" strike="noStrike">
                <a:solidFill>
                  <a:srgbClr val="000000"/>
                </a:solidFill>
                <a:effectLst/>
                <a:uFillTx/>
                <a:latin typeface="Arial"/>
              </a:rPr>
              <a:t>Third Outline Level</a:t>
            </a:r>
            <a:endParaRPr lang="en-IN" sz="1800" b="0" u="none" strike="noStrike">
              <a:solidFill>
                <a:srgbClr val="000000"/>
              </a:solidFill>
              <a:effectLst/>
              <a:uFillTx/>
              <a:latin typeface="Arial"/>
            </a:endParaRPr>
          </a:p>
          <a:p>
            <a:pPr marL="1828800" lvl="3" indent="-317520" algn="l">
              <a:spcBef>
                <a:spcPts val="567"/>
              </a:spcBef>
              <a:buClr>
                <a:srgbClr val="FFFFFF"/>
              </a:buClr>
              <a:buSzPct val="75000"/>
              <a:buFont typeface="Symbol" charset="2"/>
              <a:buChar char=""/>
            </a:pPr>
            <a:r>
              <a:rPr lang="en-IN" sz="1800" b="0" u="none" strike="noStrike">
                <a:solidFill>
                  <a:srgbClr val="000000"/>
                </a:solidFill>
                <a:effectLst/>
                <a:uFillTx/>
                <a:latin typeface="Arial"/>
              </a:rPr>
              <a:t>Fourth Outline Level</a:t>
            </a:r>
            <a:endParaRPr lang="en-IN" sz="1800" b="0" u="none" strike="noStrike">
              <a:solidFill>
                <a:srgbClr val="000000"/>
              </a:solidFill>
              <a:effectLst/>
              <a:uFillTx/>
              <a:latin typeface="Arial"/>
            </a:endParaRPr>
          </a:p>
          <a:p>
            <a:pPr marL="2286000" lvl="4" indent="-317520" algn="l">
              <a:spcBef>
                <a:spcPts val="283"/>
              </a:spcBef>
              <a:buClr>
                <a:srgbClr val="FFFFFF"/>
              </a:buClr>
              <a:buSzPct val="45000"/>
              <a:buFont typeface="Wingdings" charset="2"/>
              <a:buChar char=""/>
            </a:pPr>
            <a:r>
              <a:rPr lang="en-IN" sz="1800" b="0" u="none" strike="noStrike">
                <a:solidFill>
                  <a:srgbClr val="000000"/>
                </a:solidFill>
                <a:effectLst/>
                <a:uFillTx/>
                <a:latin typeface="Arial"/>
              </a:rPr>
              <a:t>Fifth Outline Level</a:t>
            </a:r>
            <a:endParaRPr lang="en-IN" sz="1800" b="0" u="none" strike="noStrike">
              <a:solidFill>
                <a:srgbClr val="000000"/>
              </a:solidFill>
              <a:effectLst/>
              <a:uFillTx/>
              <a:latin typeface="Arial"/>
            </a:endParaRPr>
          </a:p>
          <a:p>
            <a:pPr marL="2743200" lvl="5" indent="-317520" algn="l">
              <a:spcBef>
                <a:spcPts val="283"/>
              </a:spcBef>
              <a:buClr>
                <a:srgbClr val="FFFFFF"/>
              </a:buClr>
              <a:buSzPct val="45000"/>
              <a:buFont typeface="Wingdings" charset="2"/>
              <a:buChar char=""/>
            </a:pPr>
            <a:r>
              <a:rPr lang="en-IN" sz="1800" b="0" u="none" strike="noStrike">
                <a:solidFill>
                  <a:srgbClr val="000000"/>
                </a:solidFill>
                <a:effectLst/>
                <a:uFillTx/>
                <a:latin typeface="Arial"/>
              </a:rPr>
              <a:t>Sixth Outline Level</a:t>
            </a:r>
            <a:endParaRPr lang="en-IN" sz="1800" b="0" u="none" strike="noStrike">
              <a:solidFill>
                <a:srgbClr val="000000"/>
              </a:solidFill>
              <a:effectLst/>
              <a:uFillTx/>
              <a:latin typeface="Arial"/>
            </a:endParaRPr>
          </a:p>
          <a:p>
            <a:pPr marL="3200400" lvl="6" indent="-317520" algn="l">
              <a:spcBef>
                <a:spcPts val="283"/>
              </a:spcBef>
              <a:buClr>
                <a:srgbClr val="FFFFFF"/>
              </a:buClr>
              <a:buSzPct val="45000"/>
              <a:buFont typeface="Wingdings" charset="2"/>
              <a:buChar char=""/>
            </a:pPr>
            <a:r>
              <a:rPr lang="en-IN" sz="1800" b="0" u="none" strike="noStrike">
                <a:solidFill>
                  <a:srgbClr val="000000"/>
                </a:solidFill>
                <a:effectLst/>
                <a:uFillTx/>
                <a:latin typeface="Arial"/>
              </a:rPr>
              <a:t>Seventh Outline Level</a:t>
            </a:r>
            <a:endParaRPr lang="en-IN" sz="1800" b="0" u="none" strike="noStrike">
              <a:solidFill>
                <a:srgbClr val="000000"/>
              </a:solidFill>
              <a:effectLst/>
              <a:uFillTx/>
              <a:latin typeface="Arial"/>
            </a:endParaRPr>
          </a:p>
        </p:txBody>
      </p:sp>
      <p:sp>
        <p:nvSpPr>
          <p:cNvPr id="28" name="PlaceHolder 3"/>
          <p:cNvSpPr>
            <a:spLocks noGrp="1"/>
          </p:cNvSpPr>
          <p:nvPr>
            <p:ph type="sldNum" idx="7"/>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1"/>
                </a:solidFill>
                <a:effectLst/>
                <a:uFillTx/>
                <a:latin typeface="Roboto"/>
                <a:ea typeface="Roboto"/>
              </a:defRPr>
            </a:lvl1pPr>
          </a:lstStyle>
          <a:p>
            <a:pPr indent="0" algn="r">
              <a:lnSpc>
                <a:spcPct val="100000"/>
              </a:lnSpc>
              <a:buNone/>
              <a:tabLst>
                <a:tab pos="0" algn="l"/>
              </a:tabLst>
            </a:pPr>
            <a:fld id="{C366CE38-772C-4BA0-8E68-14BED89D058E}" type="slidenum">
              <a:rPr lang="en" sz="1000" b="0" u="none" strike="noStrike">
                <a:solidFill>
                  <a:schemeClr val="dk1"/>
                </a:solidFill>
                <a:effectLst/>
                <a:uFillTx/>
                <a:latin typeface="Roboto"/>
                <a:ea typeface="Roboto"/>
              </a:rPr>
              <a:t>&lt;number&gt;</a:t>
            </a:fld>
            <a:endParaRPr lang="en-IN" sz="1000" b="0" u="none" strike="noStrike">
              <a:solidFill>
                <a:srgbClr val="FFFFFF"/>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cxnSp>
        <p:nvCxnSpPr>
          <p:cNvPr id="29" name="Google Shape;33;g83372e3e9c_1_3147"/>
          <p:cNvCxnSpPr/>
          <p:nvPr/>
        </p:nvCxnSpPr>
        <p:spPr>
          <a:xfrm>
            <a:off x="492480" y="1260000"/>
            <a:ext cx="425160" cy="360"/>
          </a:xfrm>
          <a:prstGeom prst="straightConnector1">
            <a:avLst/>
          </a:prstGeom>
          <a:ln w="38100">
            <a:solidFill>
              <a:srgbClr val="039BE5"/>
            </a:solidFill>
            <a:round/>
          </a:ln>
        </p:spPr>
      </p:cxnSp>
      <p:sp>
        <p:nvSpPr>
          <p:cNvPr id="30" name="PlaceHolder 1"/>
          <p:cNvSpPr>
            <a:spLocks noGrp="1"/>
          </p:cNvSpPr>
          <p:nvPr>
            <p:ph type="title"/>
          </p:nvPr>
        </p:nvSpPr>
        <p:spPr>
          <a:xfrm>
            <a:off x="388080" y="457920"/>
            <a:ext cx="8367840" cy="685800"/>
          </a:xfrm>
          <a:prstGeom prst="rect">
            <a:avLst/>
          </a:prstGeom>
          <a:noFill/>
          <a:ln w="0">
            <a:noFill/>
          </a:ln>
        </p:spPr>
        <p:txBody>
          <a:bodyPr lIns="91440" tIns="91440" rIns="91440" bIns="91440" anchor="b">
            <a:noAutofit/>
          </a:bodyPr>
          <a:lstStyle>
            <a:lvl1pPr indent="0" algn="l">
              <a:buNone/>
              <a:defRPr lang="en-IN" sz="3000" b="0" u="none" strike="noStrike">
                <a:solidFill>
                  <a:srgbClr val="000000"/>
                </a:solidFill>
                <a:effectLst/>
                <a:uFillTx/>
                <a:latin typeface="Arial"/>
              </a:defRPr>
            </a:lvl1pPr>
          </a:lstStyle>
          <a:p>
            <a:pPr indent="0" algn="l">
              <a:buNone/>
            </a:pPr>
            <a:r>
              <a:rPr lang="en-IN" sz="3000" b="0" u="none" strike="noStrike">
                <a:solidFill>
                  <a:srgbClr val="000000"/>
                </a:solidFill>
                <a:effectLst/>
                <a:uFillTx/>
                <a:latin typeface="Arial"/>
              </a:rPr>
              <a:t>Click to edit the title text format</a:t>
            </a:r>
            <a:endParaRPr lang="en-IN" sz="3000" b="0" u="none" strike="noStrike">
              <a:solidFill>
                <a:srgbClr val="000000"/>
              </a:solidFill>
              <a:effectLst/>
              <a:uFillTx/>
              <a:latin typeface="Arial"/>
            </a:endParaRPr>
          </a:p>
        </p:txBody>
      </p:sp>
      <p:sp>
        <p:nvSpPr>
          <p:cNvPr id="31" name="PlaceHolder 2"/>
          <p:cNvSpPr>
            <a:spLocks noGrp="1"/>
          </p:cNvSpPr>
          <p:nvPr>
            <p:ph type="body"/>
          </p:nvPr>
        </p:nvSpPr>
        <p:spPr>
          <a:xfrm>
            <a:off x="388080" y="1489680"/>
            <a:ext cx="3999600" cy="3078720"/>
          </a:xfrm>
          <a:prstGeom prst="rect">
            <a:avLst/>
          </a:prstGeom>
          <a:noFill/>
          <a:ln w="0">
            <a:noFill/>
          </a:ln>
        </p:spPr>
        <p:txBody>
          <a:bodyPr lIns="91440" tIns="91440" rIns="91440" bIns="91440" anchor="t">
            <a:noAutofit/>
          </a:bodyPr>
          <a:lstStyle>
            <a:lvl1pPr algn="l">
              <a:spcBef>
                <a:spcPts val="1417"/>
              </a:spcBef>
              <a:buClr>
                <a:srgbClr val="FFFFFF"/>
              </a:buClr>
              <a:buSzPct val="45000"/>
              <a:buFont typeface="Wingdings" charset="2"/>
              <a:buChar char=""/>
              <a:defRPr lang="en-IN" sz="14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n-IN" sz="14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n-IN" sz="14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n-IN" sz="14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n-IN" sz="14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n-IN" sz="14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n-IN" sz="1400" b="0" u="none" strike="noStrike">
                <a:solidFill>
                  <a:srgbClr val="000000"/>
                </a:solidFill>
                <a:effectLst/>
                <a:uFillTx/>
                <a:latin typeface="Arial"/>
              </a:defRPr>
            </a:lvl7pPr>
          </a:lstStyle>
          <a:p>
            <a:pPr marL="457200" indent="-317520" algn="l">
              <a:spcBef>
                <a:spcPts val="1417"/>
              </a:spcBef>
              <a:buClr>
                <a:srgbClr val="FFFFFF"/>
              </a:buClr>
              <a:buSzPct val="45000"/>
              <a:buFont typeface="Wingdings" charset="2"/>
              <a:buChar char=""/>
            </a:pPr>
            <a:r>
              <a:rPr lang="en-IN" sz="1400" b="0" u="none" strike="noStrike">
                <a:solidFill>
                  <a:srgbClr val="000000"/>
                </a:solidFill>
                <a:effectLst/>
                <a:uFillTx/>
                <a:latin typeface="Arial"/>
              </a:rPr>
              <a:t>Click to edit the outline text format</a:t>
            </a:r>
            <a:endParaRPr lang="en-IN" sz="1400" b="0" u="none" strike="noStrike">
              <a:solidFill>
                <a:srgbClr val="000000"/>
              </a:solidFill>
              <a:effectLst/>
              <a:uFillTx/>
              <a:latin typeface="Arial"/>
            </a:endParaRPr>
          </a:p>
          <a:p>
            <a:pPr marL="914400" lvl="1" indent="-304920" algn="l">
              <a:spcBef>
                <a:spcPts val="1134"/>
              </a:spcBef>
              <a:buClr>
                <a:srgbClr val="FFFFFF"/>
              </a:buClr>
              <a:buSzPct val="75000"/>
              <a:buFont typeface="Symbol" charset="2"/>
              <a:buChar char=""/>
            </a:pPr>
            <a:r>
              <a:rPr lang="en-IN" sz="1400" b="0" u="none" strike="noStrike">
                <a:solidFill>
                  <a:srgbClr val="000000"/>
                </a:solidFill>
                <a:effectLst/>
                <a:uFillTx/>
                <a:latin typeface="Arial"/>
              </a:rPr>
              <a:t>Second Outline Level</a:t>
            </a:r>
            <a:endParaRPr lang="en-IN" sz="1400" b="0" u="none" strike="noStrike">
              <a:solidFill>
                <a:srgbClr val="000000"/>
              </a:solidFill>
              <a:effectLst/>
              <a:uFillTx/>
              <a:latin typeface="Arial"/>
            </a:endParaRPr>
          </a:p>
          <a:p>
            <a:pPr marL="1371600" lvl="2" indent="-304920" algn="l">
              <a:spcBef>
                <a:spcPts val="850"/>
              </a:spcBef>
              <a:buClr>
                <a:srgbClr val="FFFFFF"/>
              </a:buClr>
              <a:buSzPct val="45000"/>
              <a:buFont typeface="Wingdings" charset="2"/>
              <a:buChar char=""/>
            </a:pPr>
            <a:r>
              <a:rPr lang="en-IN" sz="1400" b="0" u="none" strike="noStrike">
                <a:solidFill>
                  <a:srgbClr val="000000"/>
                </a:solidFill>
                <a:effectLst/>
                <a:uFillTx/>
                <a:latin typeface="Arial"/>
              </a:rPr>
              <a:t>Third Outline Level</a:t>
            </a:r>
            <a:endParaRPr lang="en-IN" sz="1400" b="0" u="none" strike="noStrike">
              <a:solidFill>
                <a:srgbClr val="000000"/>
              </a:solidFill>
              <a:effectLst/>
              <a:uFillTx/>
              <a:latin typeface="Arial"/>
            </a:endParaRPr>
          </a:p>
          <a:p>
            <a:pPr marL="1828800" lvl="3" indent="-304920" algn="l">
              <a:spcBef>
                <a:spcPts val="567"/>
              </a:spcBef>
              <a:buClr>
                <a:srgbClr val="FFFFFF"/>
              </a:buClr>
              <a:buSzPct val="75000"/>
              <a:buFont typeface="Symbol" charset="2"/>
              <a:buChar char=""/>
            </a:pPr>
            <a:r>
              <a:rPr lang="en-IN" sz="1400" b="0" u="none" strike="noStrike">
                <a:solidFill>
                  <a:srgbClr val="000000"/>
                </a:solidFill>
                <a:effectLst/>
                <a:uFillTx/>
                <a:latin typeface="Arial"/>
              </a:rPr>
              <a:t>Fourth Outline Level</a:t>
            </a:r>
            <a:endParaRPr lang="en-IN" sz="1400" b="0" u="none" strike="noStrike">
              <a:solidFill>
                <a:srgbClr val="000000"/>
              </a:solidFill>
              <a:effectLst/>
              <a:uFillTx/>
              <a:latin typeface="Arial"/>
            </a:endParaRPr>
          </a:p>
          <a:p>
            <a:pPr marL="2286000" lvl="4" indent="-304920" algn="l">
              <a:spcBef>
                <a:spcPts val="283"/>
              </a:spcBef>
              <a:buClr>
                <a:srgbClr val="FFFFFF"/>
              </a:buClr>
              <a:buSzPct val="45000"/>
              <a:buFont typeface="Wingdings" charset="2"/>
              <a:buChar char=""/>
            </a:pPr>
            <a:r>
              <a:rPr lang="en-IN" sz="1400" b="0" u="none" strike="noStrike">
                <a:solidFill>
                  <a:srgbClr val="000000"/>
                </a:solidFill>
                <a:effectLst/>
                <a:uFillTx/>
                <a:latin typeface="Arial"/>
              </a:rPr>
              <a:t>Fifth Outline Level</a:t>
            </a:r>
            <a:endParaRPr lang="en-IN" sz="1400" b="0" u="none" strike="noStrike">
              <a:solidFill>
                <a:srgbClr val="000000"/>
              </a:solidFill>
              <a:effectLst/>
              <a:uFillTx/>
              <a:latin typeface="Arial"/>
            </a:endParaRPr>
          </a:p>
          <a:p>
            <a:pPr marL="2743200" lvl="5" indent="-304920" algn="l">
              <a:spcBef>
                <a:spcPts val="283"/>
              </a:spcBef>
              <a:buClr>
                <a:srgbClr val="FFFFFF"/>
              </a:buClr>
              <a:buSzPct val="45000"/>
              <a:buFont typeface="Wingdings" charset="2"/>
              <a:buChar char=""/>
            </a:pPr>
            <a:r>
              <a:rPr lang="en-IN" sz="1400" b="0" u="none" strike="noStrike">
                <a:solidFill>
                  <a:srgbClr val="000000"/>
                </a:solidFill>
                <a:effectLst/>
                <a:uFillTx/>
                <a:latin typeface="Arial"/>
              </a:rPr>
              <a:t>Sixth Outline Level</a:t>
            </a:r>
            <a:endParaRPr lang="en-IN" sz="1400" b="0" u="none" strike="noStrike">
              <a:solidFill>
                <a:srgbClr val="000000"/>
              </a:solidFill>
              <a:effectLst/>
              <a:uFillTx/>
              <a:latin typeface="Arial"/>
            </a:endParaRPr>
          </a:p>
          <a:p>
            <a:pPr marL="3200400" lvl="6" indent="-304920" algn="l">
              <a:spcBef>
                <a:spcPts val="283"/>
              </a:spcBef>
              <a:buClr>
                <a:srgbClr val="FFFFFF"/>
              </a:buClr>
              <a:buSzPct val="45000"/>
              <a:buFont typeface="Wingdings" charset="2"/>
              <a:buChar char=""/>
            </a:pPr>
            <a:r>
              <a:rPr lang="en-IN" sz="1400" b="0" u="none" strike="noStrike">
                <a:solidFill>
                  <a:srgbClr val="000000"/>
                </a:solidFill>
                <a:effectLst/>
                <a:uFillTx/>
                <a:latin typeface="Arial"/>
              </a:rPr>
              <a:t>Seventh Outline Level</a:t>
            </a:r>
            <a:endParaRPr lang="en-IN" sz="1400" b="0" u="none" strike="noStrike">
              <a:solidFill>
                <a:srgbClr val="000000"/>
              </a:solidFill>
              <a:effectLst/>
              <a:uFillTx/>
              <a:latin typeface="Arial"/>
            </a:endParaRPr>
          </a:p>
        </p:txBody>
      </p:sp>
      <p:sp>
        <p:nvSpPr>
          <p:cNvPr id="32" name="PlaceHolder 3"/>
          <p:cNvSpPr>
            <a:spLocks noGrp="1"/>
          </p:cNvSpPr>
          <p:nvPr>
            <p:ph type="body"/>
          </p:nvPr>
        </p:nvSpPr>
        <p:spPr>
          <a:xfrm>
            <a:off x="4756320" y="1489680"/>
            <a:ext cx="3999600" cy="3078720"/>
          </a:xfrm>
          <a:prstGeom prst="rect">
            <a:avLst/>
          </a:prstGeom>
          <a:noFill/>
          <a:ln w="0">
            <a:noFill/>
          </a:ln>
        </p:spPr>
        <p:txBody>
          <a:bodyPr lIns="91440" tIns="91440" rIns="91440" bIns="91440" anchor="t">
            <a:noAutofit/>
          </a:bodyPr>
          <a:lstStyle>
            <a:lvl1pPr algn="l">
              <a:spcBef>
                <a:spcPts val="1417"/>
              </a:spcBef>
              <a:buClr>
                <a:srgbClr val="FFFFFF"/>
              </a:buClr>
              <a:buSzPct val="45000"/>
              <a:buFont typeface="Wingdings" charset="2"/>
              <a:buChar char=""/>
              <a:defRPr lang="en-IN" sz="14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n-IN" sz="14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n-IN" sz="14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n-IN" sz="14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n-IN" sz="14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n-IN" sz="14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n-IN" sz="1400" b="0" u="none" strike="noStrike">
                <a:solidFill>
                  <a:srgbClr val="000000"/>
                </a:solidFill>
                <a:effectLst/>
                <a:uFillTx/>
                <a:latin typeface="Arial"/>
              </a:defRPr>
            </a:lvl7pPr>
          </a:lstStyle>
          <a:p>
            <a:pPr marL="457200" indent="-317520" algn="l">
              <a:spcBef>
                <a:spcPts val="1417"/>
              </a:spcBef>
              <a:buClr>
                <a:srgbClr val="FFFFFF"/>
              </a:buClr>
              <a:buSzPct val="45000"/>
              <a:buFont typeface="Wingdings" charset="2"/>
              <a:buChar char=""/>
            </a:pPr>
            <a:r>
              <a:rPr lang="en-IN" sz="1400" b="0" u="none" strike="noStrike">
                <a:solidFill>
                  <a:srgbClr val="000000"/>
                </a:solidFill>
                <a:effectLst/>
                <a:uFillTx/>
                <a:latin typeface="Arial"/>
              </a:rPr>
              <a:t>Click to edit the outline text format</a:t>
            </a:r>
            <a:endParaRPr lang="en-IN" sz="1400" b="0" u="none" strike="noStrike">
              <a:solidFill>
                <a:srgbClr val="000000"/>
              </a:solidFill>
              <a:effectLst/>
              <a:uFillTx/>
              <a:latin typeface="Arial"/>
            </a:endParaRPr>
          </a:p>
          <a:p>
            <a:pPr marL="914400" lvl="1" indent="-304920" algn="l">
              <a:spcBef>
                <a:spcPts val="1134"/>
              </a:spcBef>
              <a:buClr>
                <a:srgbClr val="FFFFFF"/>
              </a:buClr>
              <a:buSzPct val="75000"/>
              <a:buFont typeface="Symbol" charset="2"/>
              <a:buChar char=""/>
            </a:pPr>
            <a:r>
              <a:rPr lang="en-IN" sz="1400" b="0" u="none" strike="noStrike">
                <a:solidFill>
                  <a:srgbClr val="000000"/>
                </a:solidFill>
                <a:effectLst/>
                <a:uFillTx/>
                <a:latin typeface="Arial"/>
              </a:rPr>
              <a:t>Second Outline Level</a:t>
            </a:r>
            <a:endParaRPr lang="en-IN" sz="1400" b="0" u="none" strike="noStrike">
              <a:solidFill>
                <a:srgbClr val="000000"/>
              </a:solidFill>
              <a:effectLst/>
              <a:uFillTx/>
              <a:latin typeface="Arial"/>
            </a:endParaRPr>
          </a:p>
          <a:p>
            <a:pPr marL="1371600" lvl="2" indent="-304920" algn="l">
              <a:spcBef>
                <a:spcPts val="850"/>
              </a:spcBef>
              <a:buClr>
                <a:srgbClr val="FFFFFF"/>
              </a:buClr>
              <a:buSzPct val="45000"/>
              <a:buFont typeface="Wingdings" charset="2"/>
              <a:buChar char=""/>
            </a:pPr>
            <a:r>
              <a:rPr lang="en-IN" sz="1400" b="0" u="none" strike="noStrike">
                <a:solidFill>
                  <a:srgbClr val="000000"/>
                </a:solidFill>
                <a:effectLst/>
                <a:uFillTx/>
                <a:latin typeface="Arial"/>
              </a:rPr>
              <a:t>Third Outline Level</a:t>
            </a:r>
            <a:endParaRPr lang="en-IN" sz="1400" b="0" u="none" strike="noStrike">
              <a:solidFill>
                <a:srgbClr val="000000"/>
              </a:solidFill>
              <a:effectLst/>
              <a:uFillTx/>
              <a:latin typeface="Arial"/>
            </a:endParaRPr>
          </a:p>
          <a:p>
            <a:pPr marL="1828800" lvl="3" indent="-304920" algn="l">
              <a:spcBef>
                <a:spcPts val="567"/>
              </a:spcBef>
              <a:buClr>
                <a:srgbClr val="FFFFFF"/>
              </a:buClr>
              <a:buSzPct val="75000"/>
              <a:buFont typeface="Symbol" charset="2"/>
              <a:buChar char=""/>
            </a:pPr>
            <a:r>
              <a:rPr lang="en-IN" sz="1400" b="0" u="none" strike="noStrike">
                <a:solidFill>
                  <a:srgbClr val="000000"/>
                </a:solidFill>
                <a:effectLst/>
                <a:uFillTx/>
                <a:latin typeface="Arial"/>
              </a:rPr>
              <a:t>Fourth Outline Level</a:t>
            </a:r>
            <a:endParaRPr lang="en-IN" sz="1400" b="0" u="none" strike="noStrike">
              <a:solidFill>
                <a:srgbClr val="000000"/>
              </a:solidFill>
              <a:effectLst/>
              <a:uFillTx/>
              <a:latin typeface="Arial"/>
            </a:endParaRPr>
          </a:p>
          <a:p>
            <a:pPr marL="2286000" lvl="4" indent="-304920" algn="l">
              <a:spcBef>
                <a:spcPts val="283"/>
              </a:spcBef>
              <a:buClr>
                <a:srgbClr val="FFFFFF"/>
              </a:buClr>
              <a:buSzPct val="45000"/>
              <a:buFont typeface="Wingdings" charset="2"/>
              <a:buChar char=""/>
            </a:pPr>
            <a:r>
              <a:rPr lang="en-IN" sz="1400" b="0" u="none" strike="noStrike">
                <a:solidFill>
                  <a:srgbClr val="000000"/>
                </a:solidFill>
                <a:effectLst/>
                <a:uFillTx/>
                <a:latin typeface="Arial"/>
              </a:rPr>
              <a:t>Fifth Outline Level</a:t>
            </a:r>
            <a:endParaRPr lang="en-IN" sz="1400" b="0" u="none" strike="noStrike">
              <a:solidFill>
                <a:srgbClr val="000000"/>
              </a:solidFill>
              <a:effectLst/>
              <a:uFillTx/>
              <a:latin typeface="Arial"/>
            </a:endParaRPr>
          </a:p>
          <a:p>
            <a:pPr marL="2743200" lvl="5" indent="-304920" algn="l">
              <a:spcBef>
                <a:spcPts val="283"/>
              </a:spcBef>
              <a:buClr>
                <a:srgbClr val="FFFFFF"/>
              </a:buClr>
              <a:buSzPct val="45000"/>
              <a:buFont typeface="Wingdings" charset="2"/>
              <a:buChar char=""/>
            </a:pPr>
            <a:r>
              <a:rPr lang="en-IN" sz="1400" b="0" u="none" strike="noStrike">
                <a:solidFill>
                  <a:srgbClr val="000000"/>
                </a:solidFill>
                <a:effectLst/>
                <a:uFillTx/>
                <a:latin typeface="Arial"/>
              </a:rPr>
              <a:t>Sixth Outline Level</a:t>
            </a:r>
            <a:endParaRPr lang="en-IN" sz="1400" b="0" u="none" strike="noStrike">
              <a:solidFill>
                <a:srgbClr val="000000"/>
              </a:solidFill>
              <a:effectLst/>
              <a:uFillTx/>
              <a:latin typeface="Arial"/>
            </a:endParaRPr>
          </a:p>
          <a:p>
            <a:pPr marL="3200400" lvl="6" indent="-304920" algn="l">
              <a:spcBef>
                <a:spcPts val="283"/>
              </a:spcBef>
              <a:buClr>
                <a:srgbClr val="FFFFFF"/>
              </a:buClr>
              <a:buSzPct val="45000"/>
              <a:buFont typeface="Wingdings" charset="2"/>
              <a:buChar char=""/>
            </a:pPr>
            <a:r>
              <a:rPr lang="en-IN" sz="1400" b="0" u="none" strike="noStrike">
                <a:solidFill>
                  <a:srgbClr val="000000"/>
                </a:solidFill>
                <a:effectLst/>
                <a:uFillTx/>
                <a:latin typeface="Arial"/>
              </a:rPr>
              <a:t>Seventh Outline Level</a:t>
            </a:r>
            <a:endParaRPr lang="en-IN" sz="1400" b="0" u="none" strike="noStrike">
              <a:solidFill>
                <a:srgbClr val="000000"/>
              </a:solidFill>
              <a:effectLst/>
              <a:uFillTx/>
              <a:latin typeface="Arial"/>
            </a:endParaRPr>
          </a:p>
        </p:txBody>
      </p:sp>
      <p:sp>
        <p:nvSpPr>
          <p:cNvPr id="33" name="PlaceHolder 4"/>
          <p:cNvSpPr>
            <a:spLocks noGrp="1"/>
          </p:cNvSpPr>
          <p:nvPr>
            <p:ph type="sldNum" idx="8"/>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1"/>
                </a:solidFill>
                <a:effectLst/>
                <a:uFillTx/>
                <a:latin typeface="Roboto"/>
                <a:ea typeface="Roboto"/>
              </a:defRPr>
            </a:lvl1pPr>
          </a:lstStyle>
          <a:p>
            <a:pPr indent="0" algn="r">
              <a:lnSpc>
                <a:spcPct val="100000"/>
              </a:lnSpc>
              <a:buNone/>
              <a:tabLst>
                <a:tab pos="0" algn="l"/>
              </a:tabLst>
            </a:pPr>
            <a:fld id="{17EF7C93-BB34-4016-84AF-94421B09106E}" type="slidenum">
              <a:rPr lang="en" sz="1000" b="0" u="none" strike="noStrike">
                <a:solidFill>
                  <a:schemeClr val="dk1"/>
                </a:solidFill>
                <a:effectLst/>
                <a:uFillTx/>
                <a:latin typeface="Roboto"/>
                <a:ea typeface="Roboto"/>
              </a:rPr>
              <a:t>&lt;number&gt;</a:t>
            </a:fld>
            <a:endParaRPr lang="en-IN" sz="1000" b="0" u="none" strike="noStrike">
              <a:solidFill>
                <a:srgbClr val="FFFFFF"/>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388080" y="457920"/>
            <a:ext cx="8367840" cy="685800"/>
          </a:xfrm>
          <a:prstGeom prst="rect">
            <a:avLst/>
          </a:prstGeom>
          <a:noFill/>
          <a:ln w="0">
            <a:noFill/>
          </a:ln>
        </p:spPr>
        <p:txBody>
          <a:bodyPr lIns="91440" tIns="91440" rIns="91440" bIns="91440" anchor="b">
            <a:noAutofit/>
          </a:bodyPr>
          <a:lstStyle>
            <a:lvl1pPr indent="0" algn="l">
              <a:buNone/>
              <a:defRPr lang="en-IN" sz="3000" b="0" u="none" strike="noStrike">
                <a:solidFill>
                  <a:srgbClr val="000000"/>
                </a:solidFill>
                <a:effectLst/>
                <a:uFillTx/>
                <a:latin typeface="Arial"/>
              </a:defRPr>
            </a:lvl1pPr>
          </a:lstStyle>
          <a:p>
            <a:pPr indent="0" algn="l">
              <a:buNone/>
            </a:pPr>
            <a:r>
              <a:rPr lang="en-IN" sz="3000" b="0" u="none" strike="noStrike">
                <a:solidFill>
                  <a:srgbClr val="000000"/>
                </a:solidFill>
                <a:effectLst/>
                <a:uFillTx/>
                <a:latin typeface="Arial"/>
              </a:rPr>
              <a:t>Click to edit the title text format</a:t>
            </a:r>
            <a:endParaRPr lang="en-IN" sz="3000" b="0" u="none" strike="noStrike">
              <a:solidFill>
                <a:srgbClr val="000000"/>
              </a:solidFill>
              <a:effectLst/>
              <a:uFillTx/>
              <a:latin typeface="Arial"/>
            </a:endParaRPr>
          </a:p>
        </p:txBody>
      </p:sp>
      <p:sp>
        <p:nvSpPr>
          <p:cNvPr id="35" name="PlaceHolder 2"/>
          <p:cNvSpPr>
            <a:spLocks noGrp="1"/>
          </p:cNvSpPr>
          <p:nvPr>
            <p:ph type="sldNum" idx="9"/>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1"/>
                </a:solidFill>
                <a:effectLst/>
                <a:uFillTx/>
                <a:latin typeface="Roboto"/>
                <a:ea typeface="Roboto"/>
              </a:defRPr>
            </a:lvl1pPr>
          </a:lstStyle>
          <a:p>
            <a:pPr indent="0" algn="r">
              <a:lnSpc>
                <a:spcPct val="100000"/>
              </a:lnSpc>
              <a:buNone/>
              <a:tabLst>
                <a:tab pos="0" algn="l"/>
              </a:tabLst>
            </a:pPr>
            <a:fld id="{2849868C-67AB-4C1C-8ED5-B271B0CBA7E7}" type="slidenum">
              <a:rPr lang="en" sz="1000" b="0" u="none" strike="noStrike">
                <a:solidFill>
                  <a:schemeClr val="dk1"/>
                </a:solidFill>
                <a:effectLst/>
                <a:uFillTx/>
                <a:latin typeface="Roboto"/>
                <a:ea typeface="Roboto"/>
              </a:rPr>
              <a:t>&lt;number&gt;</a:t>
            </a:fld>
            <a:endParaRPr lang="en-IN" sz="1000" b="0" u="none" strike="noStrike">
              <a:solidFill>
                <a:srgbClr val="FFFFFF"/>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cxnSp>
        <p:nvCxnSpPr>
          <p:cNvPr id="36" name="Google Shape;42;g83372e3e9c_1_3156"/>
          <p:cNvCxnSpPr/>
          <p:nvPr/>
        </p:nvCxnSpPr>
        <p:spPr>
          <a:xfrm>
            <a:off x="488880" y="1411920"/>
            <a:ext cx="331920" cy="360"/>
          </a:xfrm>
          <a:prstGeom prst="straightConnector1">
            <a:avLst/>
          </a:prstGeom>
          <a:ln w="38100">
            <a:solidFill>
              <a:srgbClr val="039BE5"/>
            </a:solidFill>
            <a:round/>
          </a:ln>
        </p:spPr>
      </p:cxnSp>
      <p:sp>
        <p:nvSpPr>
          <p:cNvPr id="37" name="PlaceHolder 1"/>
          <p:cNvSpPr>
            <a:spLocks noGrp="1"/>
          </p:cNvSpPr>
          <p:nvPr>
            <p:ph type="title"/>
          </p:nvPr>
        </p:nvSpPr>
        <p:spPr>
          <a:xfrm>
            <a:off x="388080" y="555480"/>
            <a:ext cx="2807640" cy="755280"/>
          </a:xfrm>
          <a:prstGeom prst="rect">
            <a:avLst/>
          </a:prstGeom>
          <a:noFill/>
          <a:ln w="0">
            <a:noFill/>
          </a:ln>
        </p:spPr>
        <p:txBody>
          <a:bodyPr lIns="91440" tIns="91440" rIns="91440" bIns="91440" anchor="b">
            <a:noAutofit/>
          </a:bodyPr>
          <a:lstStyle>
            <a:lvl1pPr indent="0" algn="l">
              <a:buNone/>
              <a:defRPr lang="en-IN" sz="2400" b="0" u="none" strike="noStrike">
                <a:solidFill>
                  <a:srgbClr val="000000"/>
                </a:solidFill>
                <a:effectLst/>
                <a:uFillTx/>
                <a:latin typeface="Arial"/>
              </a:defRPr>
            </a:lvl1pPr>
          </a:lstStyle>
          <a:p>
            <a:pPr indent="0" algn="l">
              <a:buNone/>
            </a:pPr>
            <a:r>
              <a:rPr lang="en-IN" sz="2400" b="0" u="none" strike="noStrike">
                <a:solidFill>
                  <a:srgbClr val="000000"/>
                </a:solidFill>
                <a:effectLst/>
                <a:uFillTx/>
                <a:latin typeface="Arial"/>
              </a:rPr>
              <a:t>Click to edit the title text format</a:t>
            </a:r>
            <a:endParaRPr lang="en-IN" sz="2400" b="0" u="none" strike="noStrike">
              <a:solidFill>
                <a:srgbClr val="000000"/>
              </a:solidFill>
              <a:effectLst/>
              <a:uFillTx/>
              <a:latin typeface="Arial"/>
            </a:endParaRPr>
          </a:p>
        </p:txBody>
      </p:sp>
      <p:sp>
        <p:nvSpPr>
          <p:cNvPr id="38" name="PlaceHolder 2"/>
          <p:cNvSpPr>
            <a:spLocks noGrp="1"/>
          </p:cNvSpPr>
          <p:nvPr>
            <p:ph type="body"/>
          </p:nvPr>
        </p:nvSpPr>
        <p:spPr>
          <a:xfrm>
            <a:off x="388080" y="1594080"/>
            <a:ext cx="2807640" cy="2680920"/>
          </a:xfrm>
          <a:prstGeom prst="rect">
            <a:avLst/>
          </a:prstGeom>
          <a:noFill/>
          <a:ln w="0">
            <a:noFill/>
          </a:ln>
        </p:spPr>
        <p:txBody>
          <a:bodyPr lIns="91440" tIns="91440" rIns="91440" bIns="91440" anchor="t">
            <a:noAutofit/>
          </a:bodyPr>
          <a:lstStyle>
            <a:lvl1pPr algn="l">
              <a:spcBef>
                <a:spcPts val="1417"/>
              </a:spcBef>
              <a:buClr>
                <a:srgbClr val="FFFFFF"/>
              </a:buClr>
              <a:buSzPct val="45000"/>
              <a:buFont typeface="Wingdings" charset="2"/>
              <a:buChar char=""/>
              <a:defRPr lang="en-IN" sz="12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n-IN" sz="12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n-IN" sz="12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n-IN" sz="12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n-IN" sz="12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n-IN" sz="12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n-IN" sz="1200" b="0" u="none" strike="noStrike">
                <a:solidFill>
                  <a:srgbClr val="000000"/>
                </a:solidFill>
                <a:effectLst/>
                <a:uFillTx/>
                <a:latin typeface="Arial"/>
              </a:defRPr>
            </a:lvl7pPr>
          </a:lstStyle>
          <a:p>
            <a:pPr marL="457200" indent="-304920" algn="l">
              <a:spcBef>
                <a:spcPts val="1417"/>
              </a:spcBef>
              <a:buClr>
                <a:srgbClr val="FFFFFF"/>
              </a:buClr>
              <a:buSzPct val="45000"/>
              <a:buFont typeface="Wingdings" charset="2"/>
              <a:buChar char=""/>
            </a:pPr>
            <a:r>
              <a:rPr lang="en-IN" sz="1200" b="0" u="none" strike="noStrike">
                <a:solidFill>
                  <a:srgbClr val="000000"/>
                </a:solidFill>
                <a:effectLst/>
                <a:uFillTx/>
                <a:latin typeface="Arial"/>
              </a:rPr>
              <a:t>Click to edit the outline text format</a:t>
            </a:r>
            <a:endParaRPr lang="en-IN" sz="1200" b="0" u="none" strike="noStrike">
              <a:solidFill>
                <a:srgbClr val="000000"/>
              </a:solidFill>
              <a:effectLst/>
              <a:uFillTx/>
              <a:latin typeface="Arial"/>
            </a:endParaRPr>
          </a:p>
          <a:p>
            <a:pPr marL="914400" lvl="1" indent="-304920" algn="l">
              <a:spcBef>
                <a:spcPts val="1134"/>
              </a:spcBef>
              <a:buClr>
                <a:srgbClr val="FFFFFF"/>
              </a:buClr>
              <a:buSzPct val="75000"/>
              <a:buFont typeface="Symbol" charset="2"/>
              <a:buChar char=""/>
            </a:pPr>
            <a:r>
              <a:rPr lang="en-IN" sz="1200" b="0" u="none" strike="noStrike">
                <a:solidFill>
                  <a:srgbClr val="000000"/>
                </a:solidFill>
                <a:effectLst/>
                <a:uFillTx/>
                <a:latin typeface="Arial"/>
              </a:rPr>
              <a:t>Second Outline Level</a:t>
            </a:r>
            <a:endParaRPr lang="en-IN" sz="1200" b="0" u="none" strike="noStrike">
              <a:solidFill>
                <a:srgbClr val="000000"/>
              </a:solidFill>
              <a:effectLst/>
              <a:uFillTx/>
              <a:latin typeface="Arial"/>
            </a:endParaRPr>
          </a:p>
          <a:p>
            <a:pPr marL="1371600" lvl="2" indent="-304920" algn="l">
              <a:spcBef>
                <a:spcPts val="850"/>
              </a:spcBef>
              <a:buClr>
                <a:srgbClr val="FFFFFF"/>
              </a:buClr>
              <a:buSzPct val="45000"/>
              <a:buFont typeface="Wingdings" charset="2"/>
              <a:buChar char=""/>
            </a:pPr>
            <a:r>
              <a:rPr lang="en-IN" sz="1200" b="0" u="none" strike="noStrike">
                <a:solidFill>
                  <a:srgbClr val="000000"/>
                </a:solidFill>
                <a:effectLst/>
                <a:uFillTx/>
                <a:latin typeface="Arial"/>
              </a:rPr>
              <a:t>Third Outline Level</a:t>
            </a:r>
            <a:endParaRPr lang="en-IN" sz="1200" b="0" u="none" strike="noStrike">
              <a:solidFill>
                <a:srgbClr val="000000"/>
              </a:solidFill>
              <a:effectLst/>
              <a:uFillTx/>
              <a:latin typeface="Arial"/>
            </a:endParaRPr>
          </a:p>
          <a:p>
            <a:pPr marL="1828800" lvl="3" indent="-304920" algn="l">
              <a:spcBef>
                <a:spcPts val="567"/>
              </a:spcBef>
              <a:buClr>
                <a:srgbClr val="FFFFFF"/>
              </a:buClr>
              <a:buSzPct val="75000"/>
              <a:buFont typeface="Symbol" charset="2"/>
              <a:buChar char=""/>
            </a:pPr>
            <a:r>
              <a:rPr lang="en-IN" sz="1200" b="0" u="none" strike="noStrike">
                <a:solidFill>
                  <a:srgbClr val="000000"/>
                </a:solidFill>
                <a:effectLst/>
                <a:uFillTx/>
                <a:latin typeface="Arial"/>
              </a:rPr>
              <a:t>Fourth Outline Level</a:t>
            </a:r>
            <a:endParaRPr lang="en-IN" sz="1200" b="0" u="none" strike="noStrike">
              <a:solidFill>
                <a:srgbClr val="000000"/>
              </a:solidFill>
              <a:effectLst/>
              <a:uFillTx/>
              <a:latin typeface="Arial"/>
            </a:endParaRPr>
          </a:p>
          <a:p>
            <a:pPr marL="2286000" lvl="4" indent="-304920" algn="l">
              <a:spcBef>
                <a:spcPts val="283"/>
              </a:spcBef>
              <a:buClr>
                <a:srgbClr val="FFFFFF"/>
              </a:buClr>
              <a:buSzPct val="45000"/>
              <a:buFont typeface="Wingdings" charset="2"/>
              <a:buChar char=""/>
            </a:pPr>
            <a:r>
              <a:rPr lang="en-IN" sz="1200" b="0" u="none" strike="noStrike">
                <a:solidFill>
                  <a:srgbClr val="000000"/>
                </a:solidFill>
                <a:effectLst/>
                <a:uFillTx/>
                <a:latin typeface="Arial"/>
              </a:rPr>
              <a:t>Fifth Outline Level</a:t>
            </a:r>
            <a:endParaRPr lang="en-IN" sz="1200" b="0" u="none" strike="noStrike">
              <a:solidFill>
                <a:srgbClr val="000000"/>
              </a:solidFill>
              <a:effectLst/>
              <a:uFillTx/>
              <a:latin typeface="Arial"/>
            </a:endParaRPr>
          </a:p>
          <a:p>
            <a:pPr marL="2743200" lvl="5" indent="-304920" algn="l">
              <a:spcBef>
                <a:spcPts val="283"/>
              </a:spcBef>
              <a:buClr>
                <a:srgbClr val="FFFFFF"/>
              </a:buClr>
              <a:buSzPct val="45000"/>
              <a:buFont typeface="Wingdings" charset="2"/>
              <a:buChar char=""/>
            </a:pPr>
            <a:r>
              <a:rPr lang="en-IN" sz="1200" b="0" u="none" strike="noStrike">
                <a:solidFill>
                  <a:srgbClr val="000000"/>
                </a:solidFill>
                <a:effectLst/>
                <a:uFillTx/>
                <a:latin typeface="Arial"/>
              </a:rPr>
              <a:t>Sixth Outline Level</a:t>
            </a:r>
            <a:endParaRPr lang="en-IN" sz="1200" b="0" u="none" strike="noStrike">
              <a:solidFill>
                <a:srgbClr val="000000"/>
              </a:solidFill>
              <a:effectLst/>
              <a:uFillTx/>
              <a:latin typeface="Arial"/>
            </a:endParaRPr>
          </a:p>
          <a:p>
            <a:pPr marL="3200400" lvl="6" indent="-304920" algn="l">
              <a:spcBef>
                <a:spcPts val="283"/>
              </a:spcBef>
              <a:buClr>
                <a:srgbClr val="FFFFFF"/>
              </a:buClr>
              <a:buSzPct val="45000"/>
              <a:buFont typeface="Wingdings" charset="2"/>
              <a:buChar char=""/>
            </a:pPr>
            <a:r>
              <a:rPr lang="en-IN" sz="1200" b="0" u="none" strike="noStrike">
                <a:solidFill>
                  <a:srgbClr val="000000"/>
                </a:solidFill>
                <a:effectLst/>
                <a:uFillTx/>
                <a:latin typeface="Arial"/>
              </a:rPr>
              <a:t>Seventh Outline Level</a:t>
            </a:r>
            <a:endParaRPr lang="en-IN" sz="1200" b="0" u="none" strike="noStrike">
              <a:solidFill>
                <a:srgbClr val="000000"/>
              </a:solidFill>
              <a:effectLst/>
              <a:uFillTx/>
              <a:latin typeface="Arial"/>
            </a:endParaRPr>
          </a:p>
        </p:txBody>
      </p:sp>
      <p:sp>
        <p:nvSpPr>
          <p:cNvPr id="39" name="PlaceHolder 3"/>
          <p:cNvSpPr>
            <a:spLocks noGrp="1"/>
          </p:cNvSpPr>
          <p:nvPr>
            <p:ph type="sldNum" idx="10"/>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1"/>
                </a:solidFill>
                <a:effectLst/>
                <a:uFillTx/>
                <a:latin typeface="Roboto"/>
                <a:ea typeface="Roboto"/>
              </a:defRPr>
            </a:lvl1pPr>
          </a:lstStyle>
          <a:p>
            <a:pPr indent="0" algn="r">
              <a:lnSpc>
                <a:spcPct val="100000"/>
              </a:lnSpc>
              <a:buNone/>
              <a:tabLst>
                <a:tab pos="0" algn="l"/>
              </a:tabLst>
            </a:pPr>
            <a:fld id="{C0C52492-4875-4AB4-B05A-A3DC3524F1A3}" type="slidenum">
              <a:rPr lang="en" sz="1000" b="0" u="none" strike="noStrike">
                <a:solidFill>
                  <a:schemeClr val="dk1"/>
                </a:solidFill>
                <a:effectLst/>
                <a:uFillTx/>
                <a:latin typeface="Roboto"/>
                <a:ea typeface="Roboto"/>
              </a:rPr>
              <a:t>&lt;number&gt;</a:t>
            </a:fld>
            <a:endParaRPr lang="en-IN" sz="1000" b="0" u="none" strike="noStrike">
              <a:solidFill>
                <a:srgbClr val="FFFFFF"/>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90320" y="526320"/>
            <a:ext cx="5618520" cy="4090320"/>
          </a:xfrm>
          <a:prstGeom prst="rect">
            <a:avLst/>
          </a:prstGeom>
          <a:noFill/>
          <a:ln w="0">
            <a:noFill/>
          </a:ln>
        </p:spPr>
        <p:txBody>
          <a:bodyPr lIns="91440" tIns="91440" rIns="91440" bIns="91440" anchor="ctr">
            <a:noAutofit/>
          </a:bodyPr>
          <a:lstStyle>
            <a:lvl1pPr indent="0" algn="l">
              <a:buNone/>
              <a:defRPr lang="en-IN" sz="4800" b="0" u="none" strike="noStrike">
                <a:solidFill>
                  <a:srgbClr val="000000"/>
                </a:solidFill>
                <a:effectLst/>
                <a:uFillTx/>
                <a:latin typeface="Arial"/>
              </a:defRPr>
            </a:lvl1pPr>
          </a:lstStyle>
          <a:p>
            <a:pPr indent="0" algn="l">
              <a:buNone/>
            </a:pPr>
            <a:r>
              <a:rPr lang="en-IN" sz="4800" b="0" u="none" strike="noStrike">
                <a:solidFill>
                  <a:srgbClr val="000000"/>
                </a:solidFill>
                <a:effectLst/>
                <a:uFillTx/>
                <a:latin typeface="Arial"/>
              </a:rPr>
              <a:t>Click to edit the title text format</a:t>
            </a:r>
            <a:endParaRPr lang="en-IN" sz="4800" b="0" u="none" strike="noStrike">
              <a:solidFill>
                <a:srgbClr val="000000"/>
              </a:solidFill>
              <a:effectLst/>
              <a:uFillTx/>
              <a:latin typeface="Arial"/>
            </a:endParaRPr>
          </a:p>
        </p:txBody>
      </p:sp>
      <p:sp>
        <p:nvSpPr>
          <p:cNvPr id="41" name="PlaceHolder 2"/>
          <p:cNvSpPr>
            <a:spLocks noGrp="1"/>
          </p:cNvSpPr>
          <p:nvPr>
            <p:ph type="sldNum" idx="11"/>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1"/>
                </a:solidFill>
                <a:effectLst/>
                <a:uFillTx/>
                <a:latin typeface="Roboto"/>
                <a:ea typeface="Roboto"/>
              </a:defRPr>
            </a:lvl1pPr>
          </a:lstStyle>
          <a:p>
            <a:pPr indent="0" algn="r">
              <a:lnSpc>
                <a:spcPct val="100000"/>
              </a:lnSpc>
              <a:buNone/>
              <a:tabLst>
                <a:tab pos="0" algn="l"/>
              </a:tabLst>
            </a:pPr>
            <a:fld id="{507B38D6-D400-4686-B81E-BD60948804F5}" type="slidenum">
              <a:rPr lang="en" sz="1000" b="0" u="none" strike="noStrike">
                <a:solidFill>
                  <a:schemeClr val="dk1"/>
                </a:solidFill>
                <a:effectLst/>
                <a:uFillTx/>
                <a:latin typeface="Roboto"/>
                <a:ea typeface="Roboto"/>
              </a:rPr>
              <a:t>&lt;number&gt;</a:t>
            </a:fld>
            <a:endParaRPr lang="en-IN" sz="1000" b="0" u="none" strike="noStrike">
              <a:solidFill>
                <a:srgbClr val="FFFFFF"/>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BIG_NUMBER">
    <p:bg>
      <p:bgPr>
        <a:solidFill>
          <a:schemeClr val="lt1"/>
        </a:solidFill>
      </p:bgPr>
    </p:bg>
    <p:spTree>
      <p:nvGrpSpPr>
        <p:cNvPr id="1" name=""/>
        <p:cNvGrpSpPr/>
        <p:nvPr/>
      </p:nvGrpSpPr>
      <p:grpSpPr>
        <a:xfrm>
          <a:off x="0" y="0"/>
          <a:ext cx="0" cy="0"/>
          <a:chOff x="0" y="0"/>
          <a:chExt cx="0" cy="0"/>
        </a:xfrm>
      </p:grpSpPr>
      <p:sp>
        <p:nvSpPr>
          <p:cNvPr id="42" name="Google Shape;14;g83372e3e9c_1_3174"/>
          <p:cNvSpPr/>
          <p:nvPr/>
        </p:nvSpPr>
        <p:spPr>
          <a:xfrm>
            <a:off x="0" y="5076720"/>
            <a:ext cx="9143280" cy="66240"/>
          </a:xfrm>
          <a:prstGeom prst="rect">
            <a:avLst/>
          </a:prstGeom>
          <a:solidFill>
            <a:schemeClr val="accent4"/>
          </a:solidFill>
          <a:ln w="0">
            <a:noFill/>
          </a:ln>
        </p:spPr>
        <p:style>
          <a:lnRef idx="0"/>
          <a:fillRef idx="0"/>
          <a:effectRef idx="0"/>
          <a:fontRef idx="minor"/>
        </p:style>
        <p:txBody>
          <a:bodyPr tIns="33120" bIns="33120" anchor="ctr">
            <a:noAutofit/>
          </a:bodyPr>
          <a:p>
            <a:endParaRPr lang="en-IN" sz="1400" b="0" u="none" strike="noStrike">
              <a:solidFill>
                <a:srgbClr val="FFFFFF"/>
              </a:solidFill>
              <a:effectLst/>
              <a:uFillTx/>
              <a:latin typeface="Arial"/>
            </a:endParaRPr>
          </a:p>
        </p:txBody>
      </p:sp>
      <p:sp>
        <p:nvSpPr>
          <p:cNvPr id="43" name="PlaceHolder 1"/>
          <p:cNvSpPr>
            <a:spLocks noGrp="1"/>
          </p:cNvSpPr>
          <p:nvPr>
            <p:ph type="title"/>
          </p:nvPr>
        </p:nvSpPr>
        <p:spPr>
          <a:xfrm>
            <a:off x="388080" y="1152360"/>
            <a:ext cx="8367840" cy="1537920"/>
          </a:xfrm>
          <a:prstGeom prst="rect">
            <a:avLst/>
          </a:prstGeom>
          <a:noFill/>
          <a:ln w="0">
            <a:noFill/>
          </a:ln>
        </p:spPr>
        <p:txBody>
          <a:bodyPr lIns="91440" tIns="91440" rIns="91440" bIns="91440" anchor="ctr">
            <a:noAutofit/>
          </a:bodyPr>
          <a:lstStyle>
            <a:lvl1pPr indent="0" algn="ctr">
              <a:lnSpc>
                <a:spcPct val="100000"/>
              </a:lnSpc>
              <a:buNone/>
              <a:defRPr lang="en-IN" sz="13000" b="0" u="none" strike="noStrike">
                <a:solidFill>
                  <a:schemeClr val="accent5"/>
                </a:solidFill>
                <a:effectLst/>
                <a:uFillTx/>
                <a:latin typeface="Roboto Slab"/>
                <a:ea typeface="Roboto Slab"/>
              </a:defRPr>
            </a:lvl1pPr>
          </a:lstStyle>
          <a:p>
            <a:pPr indent="0" algn="ctr">
              <a:lnSpc>
                <a:spcPct val="100000"/>
              </a:lnSpc>
              <a:buNone/>
            </a:pPr>
            <a:r>
              <a:rPr lang="en-IN" sz="13000" b="0" u="none" strike="noStrike">
                <a:solidFill>
                  <a:schemeClr val="accent5"/>
                </a:solidFill>
                <a:effectLst/>
                <a:uFillTx/>
                <a:latin typeface="Roboto Slab"/>
                <a:ea typeface="Roboto Slab"/>
              </a:rPr>
              <a:t>xx%</a:t>
            </a:r>
            <a:endParaRPr lang="en-IN" sz="13000" b="0" u="none" strike="noStrike">
              <a:solidFill>
                <a:schemeClr val="accent5"/>
              </a:solidFill>
              <a:effectLst/>
              <a:uFillTx/>
              <a:latin typeface="Roboto Slab"/>
            </a:endParaRPr>
          </a:p>
        </p:txBody>
      </p:sp>
      <p:sp>
        <p:nvSpPr>
          <p:cNvPr id="44" name="PlaceHolder 2"/>
          <p:cNvSpPr>
            <a:spLocks noGrp="1"/>
          </p:cNvSpPr>
          <p:nvPr>
            <p:ph type="body"/>
          </p:nvPr>
        </p:nvSpPr>
        <p:spPr>
          <a:xfrm>
            <a:off x="388080" y="2919600"/>
            <a:ext cx="8367840" cy="1071360"/>
          </a:xfrm>
          <a:prstGeom prst="rect">
            <a:avLst/>
          </a:prstGeom>
          <a:noFill/>
          <a:ln w="0">
            <a:noFill/>
          </a:ln>
        </p:spPr>
        <p:txBody>
          <a:bodyPr lIns="91440" tIns="91440" rIns="91440" bIns="91440" anchor="t">
            <a:noAutofit/>
          </a:bodyPr>
          <a:lstStyle>
            <a:lvl1pPr algn="l">
              <a:spcBef>
                <a:spcPts val="1417"/>
              </a:spcBef>
              <a:buClr>
                <a:srgbClr val="FFFFFF"/>
              </a:buClr>
              <a:buSzPct val="45000"/>
              <a:buFont typeface="Wingdings" charset="2"/>
              <a:buChar char=""/>
              <a:defRPr lang="en-IN" sz="18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n-IN" sz="18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n-IN" sz="18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n-IN" sz="18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n-IN" sz="18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n-IN" sz="18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n-IN" sz="1800" b="0" u="none" strike="noStrike">
                <a:solidFill>
                  <a:srgbClr val="000000"/>
                </a:solidFill>
                <a:effectLst/>
                <a:uFillTx/>
                <a:latin typeface="Arial"/>
              </a:defRPr>
            </a:lvl7pPr>
          </a:lstStyle>
          <a:p>
            <a:pPr marL="457200" indent="-343080" algn="l">
              <a:spcBef>
                <a:spcPts val="1417"/>
              </a:spcBef>
              <a:buClr>
                <a:srgbClr val="FFFFFF"/>
              </a:buClr>
              <a:buSzPct val="45000"/>
              <a:buFont typeface="Wingdings" charset="2"/>
              <a:buChar char=""/>
            </a:pPr>
            <a:r>
              <a:rPr lang="en-IN" sz="1800" b="0" u="none" strike="noStrike">
                <a:solidFill>
                  <a:srgbClr val="000000"/>
                </a:solidFill>
                <a:effectLst/>
                <a:uFillTx/>
                <a:latin typeface="Arial"/>
              </a:rPr>
              <a:t>Click to edit the outline text format</a:t>
            </a:r>
            <a:endParaRPr lang="en-IN" sz="1800" b="0" u="none" strike="noStrike">
              <a:solidFill>
                <a:srgbClr val="000000"/>
              </a:solidFill>
              <a:effectLst/>
              <a:uFillTx/>
              <a:latin typeface="Arial"/>
            </a:endParaRPr>
          </a:p>
          <a:p>
            <a:pPr marL="914400" lvl="1" indent="-317520" algn="l">
              <a:spcBef>
                <a:spcPts val="1134"/>
              </a:spcBef>
              <a:buClr>
                <a:srgbClr val="FFFFFF"/>
              </a:buClr>
              <a:buSzPct val="75000"/>
              <a:buFont typeface="Symbol" charset="2"/>
              <a:buChar char=""/>
            </a:pPr>
            <a:r>
              <a:rPr lang="en-IN" sz="1800" b="0" u="none" strike="noStrike">
                <a:solidFill>
                  <a:srgbClr val="000000"/>
                </a:solidFill>
                <a:effectLst/>
                <a:uFillTx/>
                <a:latin typeface="Arial"/>
              </a:rPr>
              <a:t>Second Outline Level</a:t>
            </a:r>
            <a:endParaRPr lang="en-IN" sz="1800" b="0" u="none" strike="noStrike">
              <a:solidFill>
                <a:srgbClr val="000000"/>
              </a:solidFill>
              <a:effectLst/>
              <a:uFillTx/>
              <a:latin typeface="Arial"/>
            </a:endParaRPr>
          </a:p>
          <a:p>
            <a:pPr marL="1371600" lvl="2" indent="-317520" algn="l">
              <a:spcBef>
                <a:spcPts val="850"/>
              </a:spcBef>
              <a:buClr>
                <a:srgbClr val="FFFFFF"/>
              </a:buClr>
              <a:buSzPct val="45000"/>
              <a:buFont typeface="Wingdings" charset="2"/>
              <a:buChar char=""/>
            </a:pPr>
            <a:r>
              <a:rPr lang="en-IN" sz="1800" b="0" u="none" strike="noStrike">
                <a:solidFill>
                  <a:srgbClr val="000000"/>
                </a:solidFill>
                <a:effectLst/>
                <a:uFillTx/>
                <a:latin typeface="Arial"/>
              </a:rPr>
              <a:t>Third Outline Level</a:t>
            </a:r>
            <a:endParaRPr lang="en-IN" sz="1800" b="0" u="none" strike="noStrike">
              <a:solidFill>
                <a:srgbClr val="000000"/>
              </a:solidFill>
              <a:effectLst/>
              <a:uFillTx/>
              <a:latin typeface="Arial"/>
            </a:endParaRPr>
          </a:p>
          <a:p>
            <a:pPr marL="1828800" lvl="3" indent="-317520" algn="l">
              <a:spcBef>
                <a:spcPts val="567"/>
              </a:spcBef>
              <a:buClr>
                <a:srgbClr val="FFFFFF"/>
              </a:buClr>
              <a:buSzPct val="75000"/>
              <a:buFont typeface="Symbol" charset="2"/>
              <a:buChar char=""/>
            </a:pPr>
            <a:r>
              <a:rPr lang="en-IN" sz="1800" b="0" u="none" strike="noStrike">
                <a:solidFill>
                  <a:srgbClr val="000000"/>
                </a:solidFill>
                <a:effectLst/>
                <a:uFillTx/>
                <a:latin typeface="Arial"/>
              </a:rPr>
              <a:t>Fourth Outline Level</a:t>
            </a:r>
            <a:endParaRPr lang="en-IN" sz="1800" b="0" u="none" strike="noStrike">
              <a:solidFill>
                <a:srgbClr val="000000"/>
              </a:solidFill>
              <a:effectLst/>
              <a:uFillTx/>
              <a:latin typeface="Arial"/>
            </a:endParaRPr>
          </a:p>
          <a:p>
            <a:pPr marL="2286000" lvl="4" indent="-317520" algn="l">
              <a:spcBef>
                <a:spcPts val="283"/>
              </a:spcBef>
              <a:buClr>
                <a:srgbClr val="FFFFFF"/>
              </a:buClr>
              <a:buSzPct val="45000"/>
              <a:buFont typeface="Wingdings" charset="2"/>
              <a:buChar char=""/>
            </a:pPr>
            <a:r>
              <a:rPr lang="en-IN" sz="1800" b="0" u="none" strike="noStrike">
                <a:solidFill>
                  <a:srgbClr val="000000"/>
                </a:solidFill>
                <a:effectLst/>
                <a:uFillTx/>
                <a:latin typeface="Arial"/>
              </a:rPr>
              <a:t>Fifth Outline Level</a:t>
            </a:r>
            <a:endParaRPr lang="en-IN" sz="1800" b="0" u="none" strike="noStrike">
              <a:solidFill>
                <a:srgbClr val="000000"/>
              </a:solidFill>
              <a:effectLst/>
              <a:uFillTx/>
              <a:latin typeface="Arial"/>
            </a:endParaRPr>
          </a:p>
          <a:p>
            <a:pPr marL="2743200" lvl="5" indent="-317520" algn="l">
              <a:spcBef>
                <a:spcPts val="283"/>
              </a:spcBef>
              <a:buClr>
                <a:srgbClr val="FFFFFF"/>
              </a:buClr>
              <a:buSzPct val="45000"/>
              <a:buFont typeface="Wingdings" charset="2"/>
              <a:buChar char=""/>
            </a:pPr>
            <a:r>
              <a:rPr lang="en-IN" sz="1800" b="0" u="none" strike="noStrike">
                <a:solidFill>
                  <a:srgbClr val="000000"/>
                </a:solidFill>
                <a:effectLst/>
                <a:uFillTx/>
                <a:latin typeface="Arial"/>
              </a:rPr>
              <a:t>Sixth Outline Level</a:t>
            </a:r>
            <a:endParaRPr lang="en-IN" sz="1800" b="0" u="none" strike="noStrike">
              <a:solidFill>
                <a:srgbClr val="000000"/>
              </a:solidFill>
              <a:effectLst/>
              <a:uFillTx/>
              <a:latin typeface="Arial"/>
            </a:endParaRPr>
          </a:p>
          <a:p>
            <a:pPr marL="3200400" lvl="6" indent="-317520" algn="l">
              <a:spcBef>
                <a:spcPts val="283"/>
              </a:spcBef>
              <a:buClr>
                <a:srgbClr val="FFFFFF"/>
              </a:buClr>
              <a:buSzPct val="45000"/>
              <a:buFont typeface="Wingdings" charset="2"/>
              <a:buChar char=""/>
            </a:pPr>
            <a:r>
              <a:rPr lang="en-IN" sz="1800" b="0" u="none" strike="noStrike">
                <a:solidFill>
                  <a:srgbClr val="000000"/>
                </a:solidFill>
                <a:effectLst/>
                <a:uFillTx/>
                <a:latin typeface="Arial"/>
              </a:rPr>
              <a:t>Seventh Outline Level</a:t>
            </a:r>
            <a:endParaRPr lang="en-IN" sz="1800" b="0" u="none" strike="noStrike">
              <a:solidFill>
                <a:srgbClr val="000000"/>
              </a:solidFill>
              <a:effectLst/>
              <a:uFillTx/>
              <a:latin typeface="Arial"/>
            </a:endParaRPr>
          </a:p>
        </p:txBody>
      </p:sp>
      <p:sp>
        <p:nvSpPr>
          <p:cNvPr id="45" name="PlaceHolder 3"/>
          <p:cNvSpPr>
            <a:spLocks noGrp="1"/>
          </p:cNvSpPr>
          <p:nvPr>
            <p:ph type="sldNum" idx="12"/>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1"/>
                </a:solidFill>
                <a:effectLst/>
                <a:uFillTx/>
                <a:latin typeface="Roboto"/>
                <a:ea typeface="Roboto"/>
              </a:defRPr>
            </a:lvl1pPr>
          </a:lstStyle>
          <a:p>
            <a:pPr indent="0" algn="r">
              <a:lnSpc>
                <a:spcPct val="100000"/>
              </a:lnSpc>
              <a:buNone/>
              <a:tabLst>
                <a:tab pos="0" algn="l"/>
              </a:tabLst>
            </a:pPr>
            <a:fld id="{C7576D88-7406-4F5F-AF22-4CFDDA8E34E4}" type="slidenum">
              <a:rPr lang="en" sz="1000" b="0" u="none" strike="noStrike">
                <a:solidFill>
                  <a:schemeClr val="dk1"/>
                </a:solidFill>
                <a:effectLst/>
                <a:uFillTx/>
                <a:latin typeface="Roboto"/>
                <a:ea typeface="Roboto"/>
              </a:rPr>
              <a:t>&lt;number&gt;</a:t>
            </a:fld>
            <a:endParaRPr lang="en-IN" sz="1000" b="0" u="none" strike="noStrike">
              <a:solidFill>
                <a:srgbClr val="FFFFFF"/>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2.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8.png"/><Relationship Id="rId3"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hyperlink" Target="https://nice-field-0b1a01600.7.azurestaticapps.net/" TargetMode="External"/><Relationship Id="rId2" Type="http://schemas.openxmlformats.org/officeDocument/2006/relationships/image" Target="../media/image2.png"/><Relationship Id="rId3"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9.png"/><Relationship Id="rId3"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46" name="PlaceHolder 1"/>
          <p:cNvSpPr>
            <a:spLocks noGrp="1"/>
          </p:cNvSpPr>
          <p:nvPr>
            <p:ph/>
          </p:nvPr>
        </p:nvSpPr>
        <p:spPr>
          <a:xfrm>
            <a:off x="1496520" y="462960"/>
            <a:ext cx="6388920" cy="851760"/>
          </a:xfrm>
          <a:prstGeom prst="rect">
            <a:avLst/>
          </a:prstGeom>
          <a:noFill/>
          <a:ln w="0">
            <a:noFill/>
          </a:ln>
        </p:spPr>
        <p:txBody>
          <a:bodyPr lIns="91440" tIns="91440" rIns="91440" bIns="91440" anchor="t">
            <a:noAutofit/>
          </a:bodyPr>
          <a:p>
            <a:pPr indent="0" algn="ctr">
              <a:lnSpc>
                <a:spcPct val="100000"/>
              </a:lnSpc>
              <a:buNone/>
              <a:tabLst>
                <a:tab pos="0" algn="l"/>
              </a:tabLst>
            </a:pPr>
            <a:r>
              <a:rPr lang="en" sz="3000" b="0" u="none" strike="noStrike">
                <a:solidFill>
                  <a:schemeClr val="dk1"/>
                </a:solidFill>
                <a:effectLst/>
                <a:uFillTx/>
                <a:latin typeface="Roboto"/>
                <a:ea typeface="Roboto"/>
              </a:rPr>
              <a:t>Prototype Submission Phase</a:t>
            </a:r>
            <a:endParaRPr lang="en-IN" sz="3000" b="0" u="none" strike="noStrike">
              <a:solidFill>
                <a:srgbClr val="000000"/>
              </a:solidFill>
              <a:effectLst/>
              <a:uFillTx/>
              <a:latin typeface="Arial"/>
            </a:endParaRPr>
          </a:p>
        </p:txBody>
      </p:sp>
      <p:pic>
        <p:nvPicPr>
          <p:cNvPr id="47" name="Google Shape;64;p1"/>
          <p:cNvPicPr/>
          <p:nvPr/>
        </p:nvPicPr>
        <p:blipFill>
          <a:blip r:embed="rId2"/>
          <a:stretch/>
        </p:blipFill>
        <p:spPr>
          <a:xfrm>
            <a:off x="8489880" y="178920"/>
            <a:ext cx="471240" cy="47124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1141"/>
        </a:solidFill>
      </p:bgPr>
    </p:bg>
    <p:spTree>
      <p:nvGrpSpPr>
        <p:cNvPr id="1" name=""/>
        <p:cNvGrpSpPr/>
        <p:nvPr/>
      </p:nvGrpSpPr>
      <p:grpSpPr>
        <a:xfrm>
          <a:off x="0" y="0"/>
          <a:ext cx="0" cy="0"/>
          <a:chOff x="0" y="0"/>
          <a:chExt cx="0" cy="0"/>
        </a:xfrm>
      </p:grpSpPr>
      <p:sp>
        <p:nvSpPr>
          <p:cNvPr id="48" name="PlaceHolder 1"/>
          <p:cNvSpPr>
            <a:spLocks noGrp="1"/>
          </p:cNvSpPr>
          <p:nvPr>
            <p:ph type="title" hasCustomPrompt="1"/>
          </p:nvPr>
        </p:nvSpPr>
        <p:spPr>
          <a:xfrm>
            <a:off x="0" y="710280"/>
            <a:ext cx="7364520" cy="619920"/>
          </a:xfrm>
          <a:prstGeom prst="rect">
            <a:avLst/>
          </a:prstGeom>
          <a:noFill/>
          <a:ln w="0">
            <a:noFill/>
          </a:ln>
        </p:spPr>
        <p:txBody>
          <a:bodyPr lIns="91440" tIns="91440" rIns="91440" bIns="91440" anchor="ctr">
            <a:noAutofit/>
          </a:bodyPr>
          <a:p>
            <a:pPr indent="0" algn="ctr">
              <a:lnSpc>
                <a:spcPct val="100000"/>
              </a:lnSpc>
              <a:buNone/>
              <a:tabLst>
                <a:tab pos="0" algn="l"/>
              </a:tabLst>
            </a:pPr>
            <a:r>
              <a:rPr lang="en" sz="3000" b="0" u="none" strike="noStrike">
                <a:solidFill>
                  <a:srgbClr val="0098FF"/>
                </a:solidFill>
                <a:effectLst/>
                <a:uFillTx/>
                <a:latin typeface="Roboto Slab"/>
                <a:ea typeface="Roboto Slab"/>
              </a:rPr>
              <a:t>TEAM NAME and MEMBER DETAILS</a:t>
            </a:r>
            <a:endParaRPr lang="en-IN" sz="3000" b="0" u="none" strike="noStrike">
              <a:solidFill>
                <a:schemeClr val="accent5"/>
              </a:solidFill>
              <a:effectLst/>
              <a:uFillTx/>
              <a:latin typeface="Roboto Slab"/>
            </a:endParaRPr>
          </a:p>
        </p:txBody>
      </p:sp>
      <p:sp>
        <p:nvSpPr>
          <p:cNvPr id="49" name="PlaceHolder 2"/>
          <p:cNvSpPr>
            <a:spLocks noGrp="1"/>
          </p:cNvSpPr>
          <p:nvPr>
            <p:ph/>
          </p:nvPr>
        </p:nvSpPr>
        <p:spPr>
          <a:xfrm>
            <a:off x="612720" y="1524960"/>
            <a:ext cx="6047280" cy="1071360"/>
          </a:xfrm>
          <a:prstGeom prst="rect">
            <a:avLst/>
          </a:prstGeom>
          <a:noFill/>
          <a:ln w="0">
            <a:noFill/>
          </a:ln>
        </p:spPr>
        <p:txBody>
          <a:bodyPr lIns="91440" tIns="91440" rIns="91440" bIns="91440" anchor="t">
            <a:noAutofit/>
          </a:bodyPr>
          <a:p>
            <a:pPr indent="0" algn="l">
              <a:lnSpc>
                <a:spcPct val="115000"/>
              </a:lnSpc>
              <a:spcAft>
                <a:spcPts val="1599"/>
              </a:spcAft>
              <a:buNone/>
              <a:tabLst>
                <a:tab pos="0" algn="l"/>
              </a:tabLst>
            </a:pPr>
            <a:r>
              <a:rPr lang="en" sz="1800" b="0" i="1" u="none" strike="noStrike">
                <a:solidFill>
                  <a:schemeClr val="dk1"/>
                </a:solidFill>
                <a:effectLst/>
                <a:uFillTx/>
                <a:latin typeface="Roboto"/>
                <a:ea typeface="Roboto"/>
              </a:rPr>
              <a:t>1) Chirag Sindhu - business.chiragsindhu@gmail.com</a:t>
            </a:r>
            <a:endParaRPr lang="en-IN" sz="1800" b="0" u="none" strike="noStrike">
              <a:solidFill>
                <a:srgbClr val="000000"/>
              </a:solidFill>
              <a:effectLst/>
              <a:uFillTx/>
              <a:latin typeface="Arial"/>
            </a:endParaRPr>
          </a:p>
        </p:txBody>
      </p:sp>
      <p:sp>
        <p:nvSpPr>
          <p:cNvPr id="50" name="PlaceHolder 3"/>
          <p:cNvSpPr>
            <a:spLocks noGrp="1"/>
          </p:cNvSpPr>
          <p:nvPr>
            <p:ph/>
          </p:nvPr>
        </p:nvSpPr>
        <p:spPr>
          <a:xfrm>
            <a:off x="388080" y="3377160"/>
            <a:ext cx="8367840" cy="1071360"/>
          </a:xfrm>
          <a:prstGeom prst="rect">
            <a:avLst/>
          </a:prstGeom>
          <a:noFill/>
          <a:ln w="0">
            <a:noFill/>
          </a:ln>
        </p:spPr>
        <p:txBody>
          <a:bodyPr lIns="91440" tIns="91440" rIns="91440" bIns="91440" anchor="t">
            <a:noAutofit/>
          </a:bodyPr>
          <a:p>
            <a:pPr indent="0" algn="l">
              <a:lnSpc>
                <a:spcPct val="115000"/>
              </a:lnSpc>
              <a:spcAft>
                <a:spcPts val="1599"/>
              </a:spcAft>
              <a:buNone/>
              <a:tabLst>
                <a:tab pos="0" algn="l"/>
              </a:tabLst>
            </a:pPr>
            <a:r>
              <a:rPr lang="en" sz="3000" b="0" u="none" strike="noStrike">
                <a:solidFill>
                  <a:srgbClr val="0098FF"/>
                </a:solidFill>
                <a:effectLst/>
                <a:uFillTx/>
                <a:latin typeface="Roboto"/>
                <a:ea typeface="Roboto"/>
              </a:rPr>
              <a:t>THEME:</a:t>
            </a:r>
            <a:endParaRPr lang="en-IN" sz="3000" b="0" u="none" strike="noStrike">
              <a:solidFill>
                <a:srgbClr val="000000"/>
              </a:solidFill>
              <a:effectLst/>
              <a:uFillTx/>
              <a:latin typeface="Arial"/>
            </a:endParaRPr>
          </a:p>
        </p:txBody>
      </p:sp>
      <p:sp>
        <p:nvSpPr>
          <p:cNvPr id="51" name="PlaceHolder 4"/>
          <p:cNvSpPr>
            <a:spLocks noGrp="1"/>
          </p:cNvSpPr>
          <p:nvPr>
            <p:ph/>
          </p:nvPr>
        </p:nvSpPr>
        <p:spPr>
          <a:xfrm>
            <a:off x="2002680" y="3449160"/>
            <a:ext cx="6795720" cy="1071360"/>
          </a:xfrm>
          <a:prstGeom prst="rect">
            <a:avLst/>
          </a:prstGeom>
          <a:noFill/>
          <a:ln w="0">
            <a:noFill/>
          </a:ln>
        </p:spPr>
        <p:txBody>
          <a:bodyPr lIns="91440" tIns="91440" rIns="91440" bIns="91440" anchor="t">
            <a:noAutofit/>
          </a:bodyPr>
          <a:p>
            <a:pPr indent="0" algn="l">
              <a:lnSpc>
                <a:spcPct val="115000"/>
              </a:lnSpc>
              <a:spcBef>
                <a:spcPts val="1191"/>
              </a:spcBef>
              <a:spcAft>
                <a:spcPts val="992"/>
              </a:spcAft>
              <a:buNone/>
              <a:tabLst>
                <a:tab pos="0" algn="l"/>
              </a:tabLst>
            </a:pPr>
            <a:r>
              <a:rPr lang="en" sz="2400" b="0" i="1" u="none" strike="noStrike">
                <a:solidFill>
                  <a:srgbClr val="0075C4"/>
                </a:solidFill>
                <a:effectLst/>
                <a:uFillTx/>
                <a:latin typeface="Roboto"/>
                <a:ea typeface="Roboto"/>
              </a:rPr>
              <a:t> </a:t>
            </a:r>
            <a:r>
              <a:rPr lang="en" sz="2400" b="0" i="1" u="none" strike="noStrike">
                <a:solidFill>
                  <a:schemeClr val="dk1"/>
                </a:solidFill>
                <a:effectLst/>
                <a:uFillTx/>
                <a:latin typeface="Roboto"/>
                <a:ea typeface="Roboto"/>
              </a:rPr>
              <a:t>Agent Swarms </a:t>
            </a:r>
            <a:endParaRPr lang="en-IN" sz="2400" b="0" u="none" strike="noStrike">
              <a:solidFill>
                <a:srgbClr val="000000"/>
              </a:solidFill>
              <a:effectLst/>
              <a:uFillTx/>
              <a:latin typeface="Arial"/>
            </a:endParaRPr>
          </a:p>
        </p:txBody>
      </p:sp>
      <p:pic>
        <p:nvPicPr>
          <p:cNvPr id="52" name="Google Shape;73;p2"/>
          <p:cNvPicPr/>
          <p:nvPr/>
        </p:nvPicPr>
        <p:blipFill>
          <a:blip r:embed="rId1"/>
          <a:stretch/>
        </p:blipFill>
        <p:spPr>
          <a:xfrm>
            <a:off x="8489880" y="178920"/>
            <a:ext cx="471240" cy="47124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1141"/>
        </a:solidFill>
      </p:bgPr>
    </p:bg>
    <p:spTree>
      <p:nvGrpSpPr>
        <p:cNvPr id="1" name=""/>
        <p:cNvGrpSpPr/>
        <p:nvPr/>
      </p:nvGrpSpPr>
      <p:grpSpPr>
        <a:xfrm>
          <a:off x="0" y="0"/>
          <a:ext cx="0" cy="0"/>
          <a:chOff x="0" y="0"/>
          <a:chExt cx="0" cy="0"/>
        </a:xfrm>
      </p:grpSpPr>
      <p:sp>
        <p:nvSpPr>
          <p:cNvPr id="53" name="PlaceHolder 1"/>
          <p:cNvSpPr>
            <a:spLocks noGrp="1"/>
          </p:cNvSpPr>
          <p:nvPr>
            <p:ph type="title" hasCustomPrompt="1"/>
          </p:nvPr>
        </p:nvSpPr>
        <p:spPr>
          <a:xfrm>
            <a:off x="226800" y="253440"/>
            <a:ext cx="8367840" cy="1537920"/>
          </a:xfrm>
          <a:prstGeom prst="rect">
            <a:avLst/>
          </a:prstGeom>
          <a:noFill/>
          <a:ln w="0">
            <a:noFill/>
          </a:ln>
        </p:spPr>
        <p:txBody>
          <a:bodyPr lIns="91440" tIns="91440" rIns="91440" bIns="91440" anchor="ctr">
            <a:noAutofit/>
          </a:bodyPr>
          <a:p>
            <a:pPr indent="0" algn="l">
              <a:lnSpc>
                <a:spcPct val="100000"/>
              </a:lnSpc>
              <a:buNone/>
              <a:tabLst>
                <a:tab pos="0" algn="l"/>
              </a:tabLst>
            </a:pPr>
            <a:r>
              <a:rPr lang="en" sz="3000" b="0" u="none" strike="noStrike">
                <a:solidFill>
                  <a:srgbClr val="0098FF"/>
                </a:solidFill>
                <a:effectLst/>
                <a:uFillTx/>
                <a:latin typeface="Arial"/>
                <a:ea typeface="Arial"/>
              </a:rPr>
              <a:t>PROBLEM STATEMENT</a:t>
            </a:r>
            <a:endParaRPr lang="en-IN" sz="3000" b="0" u="none" strike="noStrike">
              <a:solidFill>
                <a:schemeClr val="accent5"/>
              </a:solidFill>
              <a:effectLst/>
              <a:uFillTx/>
              <a:latin typeface="Roboto Slab"/>
            </a:endParaRPr>
          </a:p>
        </p:txBody>
      </p:sp>
      <p:sp>
        <p:nvSpPr>
          <p:cNvPr id="54" name="PlaceHolder 2"/>
          <p:cNvSpPr>
            <a:spLocks noGrp="1"/>
          </p:cNvSpPr>
          <p:nvPr>
            <p:ph/>
          </p:nvPr>
        </p:nvSpPr>
        <p:spPr>
          <a:xfrm>
            <a:off x="360000" y="1440000"/>
            <a:ext cx="8460000" cy="3420000"/>
          </a:xfrm>
          <a:prstGeom prst="rect">
            <a:avLst/>
          </a:prstGeom>
          <a:noFill/>
          <a:ln w="0">
            <a:noFill/>
          </a:ln>
        </p:spPr>
        <p:txBody>
          <a:bodyPr lIns="91440" tIns="91440" rIns="91440" bIns="91440" anchor="t">
            <a:noAutofit/>
          </a:bodyPr>
          <a:p>
            <a:pPr indent="0" algn="just">
              <a:lnSpc>
                <a:spcPct val="100000"/>
              </a:lnSpc>
              <a:buNone/>
              <a:tabLst>
                <a:tab pos="0" algn="l"/>
              </a:tabLst>
            </a:pPr>
            <a:r>
              <a:rPr lang="en" sz="1000" b="0" i="1" u="none" strike="noStrike">
                <a:solidFill>
                  <a:schemeClr val="dk1"/>
                </a:solidFill>
                <a:effectLst/>
                <a:uFillTx/>
                <a:latin typeface="Arial"/>
                <a:ea typeface="Arial"/>
              </a:rPr>
              <a:t>Microsoft developers increasingly use AI-assisted coding tools and large-scale code generation systems to speed up software development in complex, distributed systems. While these tools greatly boost productivity, they also pose a major challenge. </a:t>
            </a:r>
            <a:r>
              <a:rPr lang="en" sz="1000" b="0" i="1" u="none" strike="noStrike">
                <a:solidFill>
                  <a:schemeClr val="lt1">
                    <a:lumMod val="60000"/>
                    <a:lumOff val="40000"/>
                  </a:schemeClr>
                </a:solidFill>
                <a:effectLst/>
                <a:uFillTx/>
                <a:latin typeface="Arial"/>
                <a:ea typeface="Arial"/>
              </a:rPr>
              <a:t>AI-generated or AI-assisted code is often syntactically correct but semantically weak.</a:t>
            </a:r>
            <a:r>
              <a:rPr lang="en" sz="1000" b="0" i="1" u="none" strike="noStrike">
                <a:solidFill>
                  <a:schemeClr val="dk1"/>
                </a:solidFill>
                <a:effectLst/>
                <a:uFillTx/>
                <a:latin typeface="Arial"/>
                <a:ea typeface="Arial"/>
              </a:rPr>
              <a:t> This leads to subtle bugs, runtime failures, dependency conflicts, and unintended side effects when the code is integrated into large production codebases.</a:t>
            </a:r>
            <a:endParaRPr lang="en-IN" sz="1000" b="0" u="none" strike="noStrike">
              <a:solidFill>
                <a:srgbClr val="000000"/>
              </a:solidFill>
              <a:effectLst/>
              <a:uFillTx/>
              <a:latin typeface="Arial"/>
            </a:endParaRPr>
          </a:p>
          <a:p>
            <a:pPr indent="0" algn="just">
              <a:lnSpc>
                <a:spcPct val="100000"/>
              </a:lnSpc>
              <a:buNone/>
              <a:tabLst>
                <a:tab pos="0" algn="l"/>
              </a:tabLst>
            </a:pPr>
            <a:endParaRPr lang="en-IN" sz="900" b="0" u="none" strike="noStrike">
              <a:solidFill>
                <a:srgbClr val="000000"/>
              </a:solidFill>
              <a:effectLst/>
              <a:uFillTx/>
              <a:latin typeface="Arial"/>
            </a:endParaRPr>
          </a:p>
          <a:p>
            <a:pPr indent="0" algn="just">
              <a:lnSpc>
                <a:spcPct val="100000"/>
              </a:lnSpc>
              <a:buNone/>
              <a:tabLst>
                <a:tab pos="0" algn="l"/>
              </a:tabLst>
            </a:pPr>
            <a:r>
              <a:rPr lang="en" sz="1000" b="0" i="1" u="none" strike="noStrike">
                <a:solidFill>
                  <a:schemeClr val="dk1"/>
                </a:solidFill>
                <a:effectLst/>
                <a:uFillTx/>
                <a:latin typeface="Arial"/>
                <a:ea typeface="Arial"/>
              </a:rPr>
              <a:t>Modern debugging in these environments is costly and time-consuming. Engineers need to interpret stack traces, reproduce intermittent failures, analyze dependencies across multiple repositories, trace execution flows among services, and validate fixes through repeated testing. In large engineering organizations like Microsoft, systems cover cloud infrastructure, developer platforms, and AI services. Even minor defects can lead to serious reliability, security, or performance problems. Current AI coding assistants mainly focus on code generation and completion, but they lack structured reasoning for systematic debugging, identifying root causes, and verifying fixes.</a:t>
            </a:r>
            <a:endParaRPr lang="en-IN" sz="1000" b="0" u="none" strike="noStrike">
              <a:solidFill>
                <a:srgbClr val="000000"/>
              </a:solidFill>
              <a:effectLst/>
              <a:uFillTx/>
              <a:latin typeface="Arial"/>
            </a:endParaRPr>
          </a:p>
          <a:p>
            <a:pPr indent="0" algn="just">
              <a:lnSpc>
                <a:spcPct val="100000"/>
              </a:lnSpc>
              <a:buNone/>
              <a:tabLst>
                <a:tab pos="0" algn="l"/>
              </a:tabLst>
            </a:pPr>
            <a:endParaRPr lang="en-IN" sz="900" b="0" u="none" strike="noStrike">
              <a:solidFill>
                <a:srgbClr val="000000"/>
              </a:solidFill>
              <a:effectLst/>
              <a:uFillTx/>
              <a:latin typeface="Arial"/>
            </a:endParaRPr>
          </a:p>
          <a:p>
            <a:pPr indent="0" algn="just">
              <a:lnSpc>
                <a:spcPct val="100000"/>
              </a:lnSpc>
              <a:buNone/>
              <a:tabLst>
                <a:tab pos="0" algn="l"/>
              </a:tabLst>
            </a:pPr>
            <a:r>
              <a:rPr lang="en" sz="1000" b="0" i="1" u="none" strike="noStrike">
                <a:solidFill>
                  <a:schemeClr val="dk1"/>
                </a:solidFill>
                <a:effectLst/>
                <a:uFillTx/>
                <a:latin typeface="Arial"/>
                <a:ea typeface="Arial"/>
              </a:rPr>
              <a:t>This creates a gap between generating code and preparing it for production. While AI can quickly produce code, it cannot reliably ensure correctness in dynamic, real-world settings. Developers still need to manually debug, reproduce issues, and validate patches. This slows down release cycles and raises operational costs.</a:t>
            </a:r>
            <a:endParaRPr lang="en-IN" sz="1000" b="0" u="none" strike="noStrike">
              <a:solidFill>
                <a:srgbClr val="000000"/>
              </a:solidFill>
              <a:effectLst/>
              <a:uFillTx/>
              <a:latin typeface="Arial"/>
            </a:endParaRPr>
          </a:p>
          <a:p>
            <a:pPr indent="0" algn="just">
              <a:lnSpc>
                <a:spcPct val="100000"/>
              </a:lnSpc>
              <a:buNone/>
              <a:tabLst>
                <a:tab pos="0" algn="l"/>
              </a:tabLst>
            </a:pPr>
            <a:endParaRPr lang="en-IN" sz="900" b="0" u="none" strike="noStrike">
              <a:solidFill>
                <a:srgbClr val="000000"/>
              </a:solidFill>
              <a:effectLst/>
              <a:uFillTx/>
              <a:latin typeface="Arial"/>
            </a:endParaRPr>
          </a:p>
          <a:p>
            <a:pPr indent="0" algn="just">
              <a:lnSpc>
                <a:spcPct val="100000"/>
              </a:lnSpc>
              <a:buNone/>
              <a:tabLst>
                <a:tab pos="0" algn="l"/>
              </a:tabLst>
            </a:pPr>
            <a:r>
              <a:rPr lang="en" sz="1000" b="0" i="1" u="none" strike="noStrike">
                <a:solidFill>
                  <a:schemeClr val="dk1"/>
                </a:solidFill>
                <a:effectLst/>
                <a:uFillTx/>
                <a:latin typeface="Arial"/>
                <a:ea typeface="Arial"/>
              </a:rPr>
              <a:t>There is an urgent need for an autonomous, multi-step debugging system that can mimic real engineering workflows. It should analyze failures, reproduce bugs, identify root causes, generate corrective patches, and validate fixes through automated testing. Such a system would significantly lessen developer effort, improve code reliability, and help AI-generated software transition safely from rapid prototyping to production-ready deployment in enterprise environments.</a:t>
            </a:r>
            <a:endParaRPr lang="en-IN" sz="1000" b="0" u="none" strike="noStrike">
              <a:solidFill>
                <a:srgbClr val="000000"/>
              </a:solidFill>
              <a:effectLst/>
              <a:uFillTx/>
              <a:latin typeface="Arial"/>
            </a:endParaRPr>
          </a:p>
          <a:p>
            <a:pPr indent="0" algn="just">
              <a:lnSpc>
                <a:spcPct val="100000"/>
              </a:lnSpc>
              <a:spcAft>
                <a:spcPts val="1599"/>
              </a:spcAft>
              <a:buNone/>
              <a:tabLst>
                <a:tab pos="0" algn="l"/>
              </a:tabLst>
            </a:pPr>
            <a:endParaRPr lang="en-IN" sz="1800" b="0" u="none" strike="noStrike">
              <a:solidFill>
                <a:srgbClr val="000000"/>
              </a:solidFill>
              <a:effectLst/>
              <a:uFillTx/>
              <a:latin typeface="Arial"/>
            </a:endParaRPr>
          </a:p>
        </p:txBody>
      </p:sp>
      <p:pic>
        <p:nvPicPr>
          <p:cNvPr id="55" name="Google Shape;80;p3"/>
          <p:cNvPicPr/>
          <p:nvPr/>
        </p:nvPicPr>
        <p:blipFill>
          <a:blip r:embed="rId1"/>
          <a:stretch/>
        </p:blipFill>
        <p:spPr>
          <a:xfrm>
            <a:off x="8489880" y="178920"/>
            <a:ext cx="471240" cy="47124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1141"/>
        </a:solidFill>
      </p:bgPr>
    </p:bg>
    <p:spTree>
      <p:nvGrpSpPr>
        <p:cNvPr id="1" name=""/>
        <p:cNvGrpSpPr/>
        <p:nvPr/>
      </p:nvGrpSpPr>
      <p:grpSpPr>
        <a:xfrm>
          <a:off x="0" y="0"/>
          <a:ext cx="0" cy="0"/>
          <a:chOff x="0" y="0"/>
          <a:chExt cx="0" cy="0"/>
        </a:xfrm>
      </p:grpSpPr>
      <p:sp>
        <p:nvSpPr>
          <p:cNvPr id="56" name="PlaceHolder 1"/>
          <p:cNvSpPr>
            <a:spLocks noGrp="1"/>
          </p:cNvSpPr>
          <p:nvPr>
            <p:ph type="title" hasCustomPrompt="1"/>
          </p:nvPr>
        </p:nvSpPr>
        <p:spPr>
          <a:xfrm>
            <a:off x="226800" y="253440"/>
            <a:ext cx="8367840" cy="1537920"/>
          </a:xfrm>
          <a:prstGeom prst="rect">
            <a:avLst/>
          </a:prstGeom>
          <a:noFill/>
          <a:ln w="0">
            <a:noFill/>
          </a:ln>
        </p:spPr>
        <p:txBody>
          <a:bodyPr lIns="91440" tIns="91440" rIns="91440" bIns="91440" anchor="ctr">
            <a:noAutofit/>
          </a:bodyPr>
          <a:p>
            <a:pPr indent="0" algn="l">
              <a:lnSpc>
                <a:spcPct val="100000"/>
              </a:lnSpc>
              <a:buNone/>
              <a:tabLst>
                <a:tab pos="0" algn="l"/>
              </a:tabLst>
            </a:pPr>
            <a:r>
              <a:rPr lang="en" sz="3000" b="0" u="none" strike="noStrike">
                <a:solidFill>
                  <a:srgbClr val="0098FF"/>
                </a:solidFill>
                <a:effectLst/>
                <a:uFillTx/>
                <a:latin typeface="Arial"/>
                <a:ea typeface="Arial"/>
              </a:rPr>
              <a:t>SOLUTION</a:t>
            </a:r>
            <a:endParaRPr lang="en-IN" sz="3000" b="0" u="none" strike="noStrike">
              <a:solidFill>
                <a:schemeClr val="accent5"/>
              </a:solidFill>
              <a:effectLst/>
              <a:uFillTx/>
              <a:latin typeface="Roboto Slab"/>
            </a:endParaRPr>
          </a:p>
        </p:txBody>
      </p:sp>
      <p:sp>
        <p:nvSpPr>
          <p:cNvPr id="57" name="PlaceHolder 2"/>
          <p:cNvSpPr>
            <a:spLocks noGrp="1"/>
          </p:cNvSpPr>
          <p:nvPr>
            <p:ph/>
          </p:nvPr>
        </p:nvSpPr>
        <p:spPr>
          <a:xfrm>
            <a:off x="180000" y="1417320"/>
            <a:ext cx="8700840" cy="3319200"/>
          </a:xfrm>
          <a:prstGeom prst="rect">
            <a:avLst/>
          </a:prstGeom>
          <a:noFill/>
          <a:ln w="0">
            <a:noFill/>
          </a:ln>
        </p:spPr>
        <p:txBody>
          <a:bodyPr lIns="91440" tIns="91440" rIns="91440" bIns="91440" anchor="t">
            <a:noAutofit/>
          </a:bodyPr>
          <a:p>
            <a:pPr indent="0" algn="just">
              <a:lnSpc>
                <a:spcPct val="100000"/>
              </a:lnSpc>
              <a:spcBef>
                <a:spcPts val="57"/>
              </a:spcBef>
              <a:buNone/>
            </a:pPr>
            <a:r>
              <a:rPr lang="en" sz="1200" b="0" u="none" strike="noStrike">
                <a:solidFill>
                  <a:schemeClr val="dk1"/>
                </a:solidFill>
                <a:effectLst/>
                <a:uFillTx/>
                <a:latin typeface="Arial"/>
                <a:ea typeface="Arial"/>
              </a:rPr>
              <a:t>We Intoduce </a:t>
            </a:r>
            <a:r>
              <a:rPr lang="en" sz="1500" b="1" u="none" strike="noStrike">
                <a:solidFill>
                  <a:srgbClr val="17AFFF"/>
                </a:solidFill>
                <a:effectLst/>
                <a:uFillTx/>
                <a:latin typeface="Arial"/>
                <a:ea typeface="Arial"/>
              </a:rPr>
              <a:t>Project MYTHEOS</a:t>
            </a:r>
            <a:endParaRPr lang="en-IN" sz="1500" b="0" u="none" strike="noStrike">
              <a:solidFill>
                <a:srgbClr val="000000"/>
              </a:solidFill>
              <a:effectLst/>
              <a:uFillTx/>
              <a:latin typeface="Arial"/>
            </a:endParaRPr>
          </a:p>
          <a:p>
            <a:pPr indent="0" algn="just">
              <a:lnSpc>
                <a:spcPct val="100000"/>
              </a:lnSpc>
              <a:spcBef>
                <a:spcPts val="57"/>
              </a:spcBef>
              <a:buNone/>
            </a:pPr>
            <a:r>
              <a:rPr lang="en" sz="700" b="0" u="none" strike="noStrike">
                <a:solidFill>
                  <a:schemeClr val="dk1"/>
                </a:solidFill>
                <a:effectLst/>
                <a:uFillTx/>
                <a:latin typeface="Arial"/>
                <a:ea typeface="Arial"/>
              </a:rPr>
              <a:t>Multi-agent Yielding Traceback, Hypothesis, Evaluation, Optimization, and Solution </a:t>
            </a:r>
            <a:endParaRPr lang="en-IN" sz="700" b="0" u="none" strike="noStrike">
              <a:solidFill>
                <a:srgbClr val="000000"/>
              </a:solidFill>
              <a:effectLst/>
              <a:uFillTx/>
              <a:latin typeface="Arial"/>
            </a:endParaRPr>
          </a:p>
          <a:p>
            <a:pPr indent="0" algn="just">
              <a:lnSpc>
                <a:spcPct val="100000"/>
              </a:lnSpc>
              <a:spcBef>
                <a:spcPts val="57"/>
              </a:spcBef>
              <a:buNone/>
            </a:pPr>
            <a:endParaRPr lang="en-IN" sz="1000" b="0" u="none" strike="noStrike">
              <a:solidFill>
                <a:srgbClr val="000000"/>
              </a:solidFill>
              <a:effectLst/>
              <a:uFillTx/>
              <a:latin typeface="Arial"/>
            </a:endParaRPr>
          </a:p>
          <a:p>
            <a:pPr indent="0" algn="just">
              <a:lnSpc>
                <a:spcPct val="100000"/>
              </a:lnSpc>
              <a:spcBef>
                <a:spcPts val="340"/>
              </a:spcBef>
              <a:spcAft>
                <a:spcPts val="142"/>
              </a:spcAft>
              <a:buNone/>
            </a:pPr>
            <a:r>
              <a:rPr lang="en" sz="1050" b="1" u="none" strike="noStrike">
                <a:solidFill>
                  <a:srgbClr val="17AFFF"/>
                </a:solidFill>
                <a:effectLst/>
                <a:uFillTx/>
                <a:latin typeface="Arial"/>
                <a:ea typeface="Arial"/>
              </a:rPr>
              <a:t>How it helps to solve the problem?</a:t>
            </a:r>
            <a:endParaRPr lang="en-IN" sz="1050" b="1" u="none" strike="noStrike">
              <a:solidFill>
                <a:srgbClr val="000000"/>
              </a:solidFill>
              <a:effectLst/>
              <a:uFillTx/>
              <a:latin typeface="Arial"/>
            </a:endParaRPr>
          </a:p>
          <a:p>
            <a:pPr indent="0" algn="just">
              <a:lnSpc>
                <a:spcPct val="100000"/>
              </a:lnSpc>
              <a:spcBef>
                <a:spcPts val="340"/>
              </a:spcBef>
              <a:spcAft>
                <a:spcPts val="142"/>
              </a:spcAft>
              <a:buNone/>
            </a:pPr>
            <a:r>
              <a:rPr lang="en" sz="900" b="0" u="none" strike="noStrike">
                <a:solidFill>
                  <a:schemeClr val="dk1"/>
                </a:solidFill>
                <a:effectLst/>
                <a:uFillTx/>
                <a:latin typeface="Arial"/>
                <a:ea typeface="Arial"/>
              </a:rPr>
              <a:t>MYTHEOS fills the reliability gap in modern software engineering. AI can generate code faster than humans can check it. Instead of relying on one large language model to guess a fix, MYTHEOS employs a group of specialized agents that work together like a strong engineering team.</a:t>
            </a:r>
            <a:endParaRPr lang="en-IN" sz="900" b="0" u="none" strike="noStrike">
              <a:solidFill>
                <a:srgbClr val="000000"/>
              </a:solidFill>
              <a:effectLst/>
              <a:uFillTx/>
              <a:latin typeface="Arial"/>
            </a:endParaRPr>
          </a:p>
          <a:p>
            <a:pPr marL="432000" indent="-324000" algn="just">
              <a:lnSpc>
                <a:spcPct val="100000"/>
              </a:lnSpc>
              <a:spcBef>
                <a:spcPts val="340"/>
              </a:spcBef>
              <a:spcAft>
                <a:spcPts val="142"/>
              </a:spcAft>
              <a:buClr>
                <a:srgbClr val="FFFFFF"/>
              </a:buClr>
              <a:buSzPct val="45000"/>
              <a:buFont typeface="OpenSymbol"/>
              <a:buChar char="✸"/>
            </a:pPr>
            <a:r>
              <a:rPr lang="en" sz="900" b="0" u="none" strike="noStrike">
                <a:solidFill>
                  <a:schemeClr val="dk1"/>
                </a:solidFill>
                <a:effectLst/>
                <a:uFillTx/>
                <a:latin typeface="Arial"/>
                <a:ea typeface="Arial"/>
              </a:rPr>
              <a:t>Automated Investigation: It eliminates the manual drudgery of reading thousands of lines of logs and stack traces.</a:t>
            </a:r>
            <a:endParaRPr lang="en-IN" sz="900" b="0" u="none" strike="noStrike">
              <a:solidFill>
                <a:srgbClr val="000000"/>
              </a:solidFill>
              <a:effectLst/>
              <a:uFillTx/>
              <a:latin typeface="Arial"/>
            </a:endParaRPr>
          </a:p>
          <a:p>
            <a:pPr marL="432000" indent="-324000" algn="just">
              <a:lnSpc>
                <a:spcPct val="100000"/>
              </a:lnSpc>
              <a:spcBef>
                <a:spcPts val="340"/>
              </a:spcBef>
              <a:spcAft>
                <a:spcPts val="142"/>
              </a:spcAft>
              <a:buClr>
                <a:srgbClr val="FFFFFF"/>
              </a:buClr>
              <a:buSzPct val="45000"/>
              <a:buFont typeface="OpenSymbol"/>
              <a:buChar char="✸"/>
            </a:pPr>
            <a:r>
              <a:rPr lang="en" sz="900" b="0" u="none" strike="noStrike">
                <a:solidFill>
                  <a:schemeClr val="dk1"/>
                </a:solidFill>
                <a:effectLst/>
                <a:uFillTx/>
                <a:latin typeface="Arial"/>
                <a:ea typeface="Arial"/>
              </a:rPr>
              <a:t>Verification-First Approach: Unlike standard assistants, it must reproduce a bug before suggesting a fix, ensuring the root cause is truly understood.</a:t>
            </a:r>
            <a:endParaRPr lang="en-IN" sz="900" b="0" u="none" strike="noStrike">
              <a:solidFill>
                <a:srgbClr val="000000"/>
              </a:solidFill>
              <a:effectLst/>
              <a:uFillTx/>
              <a:latin typeface="Arial"/>
            </a:endParaRPr>
          </a:p>
          <a:p>
            <a:pPr indent="0" algn="just">
              <a:lnSpc>
                <a:spcPct val="100000"/>
              </a:lnSpc>
              <a:spcBef>
                <a:spcPts val="624"/>
              </a:spcBef>
              <a:spcAft>
                <a:spcPts val="425"/>
              </a:spcAft>
              <a:buNone/>
            </a:pPr>
            <a:endParaRPr lang="en-IN" sz="1050" b="0" u="none" strike="noStrike">
              <a:solidFill>
                <a:srgbClr val="000000"/>
              </a:solidFill>
              <a:effectLst/>
              <a:uFillTx/>
              <a:latin typeface="Arial"/>
            </a:endParaRPr>
          </a:p>
          <a:p>
            <a:pPr indent="0" algn="just">
              <a:lnSpc>
                <a:spcPct val="100000"/>
              </a:lnSpc>
              <a:buNone/>
            </a:pPr>
            <a:r>
              <a:rPr lang="en" sz="1050" b="1" u="none" strike="noStrike">
                <a:solidFill>
                  <a:srgbClr val="17AFFF"/>
                </a:solidFill>
                <a:effectLst/>
                <a:uFillTx/>
                <a:latin typeface="Arial"/>
                <a:ea typeface="Arial"/>
              </a:rPr>
              <a:t>Impact Metrics for Analysis</a:t>
            </a:r>
            <a:endParaRPr lang="en-IN" sz="1050" b="0" u="none" strike="noStrike">
              <a:solidFill>
                <a:srgbClr val="000000"/>
              </a:solidFill>
              <a:effectLst/>
              <a:uFillTx/>
              <a:latin typeface="Arial"/>
            </a:endParaRPr>
          </a:p>
          <a:p>
            <a:pPr indent="0" algn="l">
              <a:lnSpc>
                <a:spcPct val="100000"/>
              </a:lnSpc>
              <a:spcBef>
                <a:spcPts val="340"/>
              </a:spcBef>
              <a:spcAft>
                <a:spcPts val="142"/>
              </a:spcAft>
              <a:buNone/>
            </a:pPr>
            <a:r>
              <a:rPr lang="en" sz="900" b="0" u="none" strike="noStrike">
                <a:solidFill>
                  <a:schemeClr val="dk1"/>
                </a:solidFill>
                <a:effectLst/>
                <a:uFillTx/>
                <a:latin typeface="Arial"/>
                <a:ea typeface="Arial"/>
              </a:rPr>
              <a:t>To measure the success of MYTHEOS, we track:</a:t>
            </a:r>
            <a:endParaRPr lang="en-IN" sz="900" b="0" u="none" strike="noStrike">
              <a:solidFill>
                <a:srgbClr val="000000"/>
              </a:solidFill>
              <a:effectLst/>
              <a:uFillTx/>
              <a:latin typeface="Arial"/>
            </a:endParaRPr>
          </a:p>
          <a:p>
            <a:pPr marL="432000" indent="-324000" algn="l">
              <a:lnSpc>
                <a:spcPct val="100000"/>
              </a:lnSpc>
              <a:spcBef>
                <a:spcPts val="340"/>
              </a:spcBef>
              <a:spcAft>
                <a:spcPts val="142"/>
              </a:spcAft>
              <a:buClr>
                <a:srgbClr val="FFFFFF"/>
              </a:buClr>
              <a:buFont typeface="OpenSymbol"/>
              <a:buChar char="✸"/>
            </a:pPr>
            <a:r>
              <a:rPr lang="en" sz="900" b="0" u="none" strike="noStrike">
                <a:solidFill>
                  <a:schemeClr val="dk1"/>
                </a:solidFill>
                <a:effectLst/>
                <a:uFillTx/>
                <a:latin typeface="Arial"/>
                <a:ea typeface="Arial"/>
              </a:rPr>
              <a:t>Mean Time to Resolution (MTTR): Reduction in the time from bug report to verified pull request.</a:t>
            </a:r>
            <a:endParaRPr lang="en-IN" sz="900" b="0" u="none" strike="noStrike">
              <a:solidFill>
                <a:srgbClr val="000000"/>
              </a:solidFill>
              <a:effectLst/>
              <a:uFillTx/>
              <a:latin typeface="Arial"/>
            </a:endParaRPr>
          </a:p>
          <a:p>
            <a:pPr marL="432000" indent="-324000" algn="l">
              <a:lnSpc>
                <a:spcPct val="100000"/>
              </a:lnSpc>
              <a:spcBef>
                <a:spcPts val="340"/>
              </a:spcBef>
              <a:spcAft>
                <a:spcPts val="142"/>
              </a:spcAft>
              <a:buClr>
                <a:srgbClr val="FFFFFF"/>
              </a:buClr>
              <a:buFont typeface="OpenSymbol"/>
              <a:buChar char="✸"/>
            </a:pPr>
            <a:r>
              <a:rPr lang="en" sz="900" b="0" u="none" strike="noStrike">
                <a:solidFill>
                  <a:schemeClr val="dk1"/>
                </a:solidFill>
                <a:effectLst/>
                <a:uFillTx/>
                <a:latin typeface="Arial"/>
                <a:ea typeface="Arial"/>
              </a:rPr>
              <a:t>Root Cause Accuracy: Comparison between AI-identified root causes and human-verified causes.</a:t>
            </a:r>
            <a:endParaRPr lang="en-IN" sz="900" b="0" u="none" strike="noStrike">
              <a:solidFill>
                <a:srgbClr val="000000"/>
              </a:solidFill>
              <a:effectLst/>
              <a:uFillTx/>
              <a:latin typeface="Arial"/>
            </a:endParaRPr>
          </a:p>
          <a:p>
            <a:pPr marL="432000" indent="-324000" algn="l">
              <a:lnSpc>
                <a:spcPct val="100000"/>
              </a:lnSpc>
              <a:spcBef>
                <a:spcPts val="340"/>
              </a:spcBef>
              <a:spcAft>
                <a:spcPts val="142"/>
              </a:spcAft>
              <a:buClr>
                <a:srgbClr val="FFFFFF"/>
              </a:buClr>
              <a:buFont typeface="OpenSymbol"/>
              <a:buChar char="✸"/>
            </a:pPr>
            <a:r>
              <a:rPr lang="en" sz="900" b="0" u="none" strike="noStrike">
                <a:solidFill>
                  <a:schemeClr val="dk1"/>
                </a:solidFill>
                <a:effectLst/>
                <a:uFillTx/>
                <a:latin typeface="Arial"/>
                <a:ea typeface="Arial"/>
              </a:rPr>
              <a:t>Regression Prevention Rate: Number of bugs caught by the Test Agent before the code is merged.</a:t>
            </a:r>
            <a:endParaRPr lang="en-IN" sz="900" b="0" u="none" strike="noStrike">
              <a:solidFill>
                <a:srgbClr val="000000"/>
              </a:solidFill>
              <a:effectLst/>
              <a:uFillTx/>
              <a:latin typeface="Arial"/>
            </a:endParaRPr>
          </a:p>
          <a:p>
            <a:pPr indent="0" algn="l">
              <a:lnSpc>
                <a:spcPct val="100000"/>
              </a:lnSpc>
              <a:spcBef>
                <a:spcPts val="340"/>
              </a:spcBef>
              <a:spcAft>
                <a:spcPts val="142"/>
              </a:spcAft>
              <a:buNone/>
            </a:pPr>
            <a:endParaRPr lang="en-IN" sz="900" b="0" u="none" strike="noStrike">
              <a:solidFill>
                <a:srgbClr val="000000"/>
              </a:solidFill>
              <a:effectLst/>
              <a:uFillTx/>
              <a:latin typeface="Arial"/>
            </a:endParaRPr>
          </a:p>
          <a:p>
            <a:pPr indent="0" algn="l">
              <a:lnSpc>
                <a:spcPct val="100000"/>
              </a:lnSpc>
              <a:buNone/>
            </a:pPr>
            <a:endParaRPr lang="en-IN" sz="1500" b="0" u="none" strike="noStrike">
              <a:solidFill>
                <a:srgbClr val="000000"/>
              </a:solidFill>
              <a:effectLst/>
              <a:uFillTx/>
              <a:latin typeface="Arial"/>
            </a:endParaRPr>
          </a:p>
        </p:txBody>
      </p:sp>
      <p:pic>
        <p:nvPicPr>
          <p:cNvPr id="58" name="Google Shape;87;p4"/>
          <p:cNvPicPr/>
          <p:nvPr/>
        </p:nvPicPr>
        <p:blipFill>
          <a:blip r:embed="rId1"/>
          <a:stretch/>
        </p:blipFill>
        <p:spPr>
          <a:xfrm>
            <a:off x="8489880" y="178920"/>
            <a:ext cx="471240" cy="47124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1141"/>
        </a:solidFill>
      </p:bgPr>
    </p:bg>
    <p:spTree>
      <p:nvGrpSpPr>
        <p:cNvPr id="1" name=""/>
        <p:cNvGrpSpPr/>
        <p:nvPr/>
      </p:nvGrpSpPr>
      <p:grpSpPr>
        <a:xfrm>
          <a:off x="0" y="0"/>
          <a:ext cx="0" cy="0"/>
          <a:chOff x="0" y="0"/>
          <a:chExt cx="0" cy="0"/>
        </a:xfrm>
      </p:grpSpPr>
      <p:sp>
        <p:nvSpPr>
          <p:cNvPr id="59" name="PlaceHolder 1"/>
          <p:cNvSpPr>
            <a:spLocks noGrp="1"/>
          </p:cNvSpPr>
          <p:nvPr>
            <p:ph/>
          </p:nvPr>
        </p:nvSpPr>
        <p:spPr>
          <a:xfrm>
            <a:off x="180000" y="180000"/>
            <a:ext cx="8700840" cy="4556520"/>
          </a:xfrm>
          <a:prstGeom prst="rect">
            <a:avLst/>
          </a:prstGeom>
          <a:noFill/>
          <a:ln w="0">
            <a:noFill/>
          </a:ln>
        </p:spPr>
        <p:txBody>
          <a:bodyPr lIns="91440" tIns="91440" rIns="91440" bIns="91440" anchor="t">
            <a:noAutofit/>
          </a:bodyPr>
          <a:p>
            <a:pPr indent="0" algn="just">
              <a:lnSpc>
                <a:spcPct val="100000"/>
              </a:lnSpc>
              <a:spcBef>
                <a:spcPts val="57"/>
              </a:spcBef>
              <a:buNone/>
            </a:pPr>
            <a:r>
              <a:rPr lang="en" sz="1050" b="1" u="none" strike="noStrike">
                <a:solidFill>
                  <a:srgbClr val="17AFFF"/>
                </a:solidFill>
                <a:effectLst/>
                <a:uFillTx/>
                <a:latin typeface="Arial"/>
                <a:ea typeface="Arial"/>
              </a:rPr>
              <a:t>Frameworks, Tools, and Technology Stack</a:t>
            </a:r>
            <a:endParaRPr lang="en-IN" sz="1050" b="1" u="none" strike="noStrike">
              <a:solidFill>
                <a:srgbClr val="000000"/>
              </a:solidFill>
              <a:effectLst/>
              <a:uFillTx/>
              <a:latin typeface="Arial"/>
            </a:endParaRPr>
          </a:p>
          <a:p>
            <a:pPr indent="0" algn="just">
              <a:lnSpc>
                <a:spcPct val="100000"/>
              </a:lnSpc>
              <a:spcBef>
                <a:spcPts val="57"/>
              </a:spcBef>
              <a:buNone/>
            </a:pPr>
            <a:endParaRPr lang="en-IN" sz="1050" b="1" u="none" strike="noStrike">
              <a:solidFill>
                <a:srgbClr val="000000"/>
              </a:solidFill>
              <a:effectLst/>
              <a:uFillTx/>
              <a:latin typeface="Arial"/>
            </a:endParaRPr>
          </a:p>
          <a:p>
            <a:pPr marL="432000" indent="-324000" algn="just">
              <a:lnSpc>
                <a:spcPct val="100000"/>
              </a:lnSpc>
              <a:spcBef>
                <a:spcPts val="57"/>
              </a:spcBef>
              <a:buClr>
                <a:srgbClr val="FFFFFF"/>
              </a:buClr>
              <a:buSzPct val="45000"/>
              <a:buFont typeface="OpenSymbol"/>
              <a:buChar char="✸"/>
            </a:pPr>
            <a:r>
              <a:rPr lang="en" sz="900" b="0" u="none" strike="noStrike">
                <a:solidFill>
                  <a:schemeClr val="dk1"/>
                </a:solidFill>
                <a:effectLst/>
                <a:uFillTx/>
                <a:latin typeface="Arial"/>
                <a:ea typeface="Arial"/>
              </a:rPr>
              <a:t>Orchestration Layer: Agent Orchestration (own) or Microsoft OpenAPI (chosen for stateful, multi-agent cycling and complex decision-making).</a:t>
            </a:r>
            <a:endParaRPr lang="en-IN" sz="900" b="0" u="none" strike="noStrike">
              <a:solidFill>
                <a:srgbClr val="000000"/>
              </a:solidFill>
              <a:effectLst/>
              <a:uFillTx/>
              <a:latin typeface="Arial"/>
            </a:endParaRPr>
          </a:p>
          <a:p>
            <a:pPr marL="432000" indent="-324000" algn="just">
              <a:lnSpc>
                <a:spcPct val="100000"/>
              </a:lnSpc>
              <a:spcBef>
                <a:spcPts val="57"/>
              </a:spcBef>
              <a:buClr>
                <a:srgbClr val="FFFFFF"/>
              </a:buClr>
              <a:buSzPct val="45000"/>
              <a:buFont typeface="OpenSymbol"/>
              <a:buChar char="✸"/>
            </a:pPr>
            <a:r>
              <a:rPr lang="en" sz="900" b="0" u="none" strike="noStrike">
                <a:solidFill>
                  <a:schemeClr val="dk1"/>
                </a:solidFill>
                <a:effectLst/>
                <a:uFillTx/>
                <a:latin typeface="Arial"/>
                <a:ea typeface="Arial"/>
              </a:rPr>
              <a:t>LLM Core: Azure OpenAI (GPT-4o / o1-preview / Deepseek 4 flash) for high-reasoning tasks and code generation.</a:t>
            </a:r>
            <a:endParaRPr lang="en-IN" sz="900" b="0" u="none" strike="noStrike">
              <a:solidFill>
                <a:srgbClr val="000000"/>
              </a:solidFill>
              <a:effectLst/>
              <a:uFillTx/>
              <a:latin typeface="Arial"/>
            </a:endParaRPr>
          </a:p>
          <a:p>
            <a:pPr marL="432000" indent="-324000" algn="just">
              <a:lnSpc>
                <a:spcPct val="100000"/>
              </a:lnSpc>
              <a:spcBef>
                <a:spcPts val="57"/>
              </a:spcBef>
              <a:buClr>
                <a:srgbClr val="FFFFFF"/>
              </a:buClr>
              <a:buSzPct val="45000"/>
              <a:buFont typeface="OpenSymbol"/>
              <a:buChar char="✸"/>
            </a:pPr>
            <a:r>
              <a:rPr lang="en" sz="900" b="0" u="none" strike="noStrike">
                <a:solidFill>
                  <a:schemeClr val="dk1"/>
                </a:solidFill>
                <a:effectLst/>
                <a:uFillTx/>
                <a:latin typeface="Arial"/>
                <a:ea typeface="Arial"/>
              </a:rPr>
              <a:t>Execution Sandbox: Docker containers (to safely reproduce bugs and run tests in isolated environments).</a:t>
            </a:r>
            <a:endParaRPr lang="en-IN" sz="900" b="0" u="none" strike="noStrike">
              <a:solidFill>
                <a:srgbClr val="000000"/>
              </a:solidFill>
              <a:effectLst/>
              <a:uFillTx/>
              <a:latin typeface="Arial"/>
            </a:endParaRPr>
          </a:p>
          <a:p>
            <a:pPr marL="432000" indent="-324000" algn="just">
              <a:lnSpc>
                <a:spcPct val="100000"/>
              </a:lnSpc>
              <a:spcBef>
                <a:spcPts val="57"/>
              </a:spcBef>
              <a:buClr>
                <a:srgbClr val="FFFFFF"/>
              </a:buClr>
              <a:buSzPct val="45000"/>
              <a:buFont typeface="OpenSymbol"/>
              <a:buChar char="✸"/>
            </a:pPr>
            <a:r>
              <a:rPr lang="en" sz="900" b="0" u="none" strike="noStrike">
                <a:solidFill>
                  <a:schemeClr val="dk1"/>
                </a:solidFill>
                <a:effectLst/>
                <a:uFillTx/>
                <a:latin typeface="Arial"/>
                <a:ea typeface="Arial"/>
              </a:rPr>
              <a:t>Code Intelligence: Tree-sitter (for abstract syntax tree analysis) and GitHub/Azure DevOps APIs.</a:t>
            </a:r>
            <a:endParaRPr lang="en-IN" sz="900" b="0" u="none" strike="noStrike">
              <a:solidFill>
                <a:srgbClr val="000000"/>
              </a:solidFill>
              <a:effectLst/>
              <a:uFillTx/>
              <a:latin typeface="Arial"/>
            </a:endParaRPr>
          </a:p>
          <a:p>
            <a:pPr marL="432000" indent="0" algn="just">
              <a:lnSpc>
                <a:spcPct val="100000"/>
              </a:lnSpc>
              <a:spcBef>
                <a:spcPts val="57"/>
              </a:spcBef>
              <a:buNone/>
            </a:pPr>
            <a:endParaRPr lang="en-IN" sz="900" b="0" u="none" strike="noStrike">
              <a:solidFill>
                <a:srgbClr val="000000"/>
              </a:solidFill>
              <a:effectLst/>
              <a:uFillTx/>
              <a:latin typeface="Arial"/>
            </a:endParaRPr>
          </a:p>
          <a:p>
            <a:pPr indent="0" algn="just">
              <a:lnSpc>
                <a:spcPct val="100000"/>
              </a:lnSpc>
              <a:spcBef>
                <a:spcPts val="57"/>
              </a:spcBef>
              <a:buNone/>
            </a:pPr>
            <a:r>
              <a:rPr lang="en" sz="900" b="1" u="none" strike="noStrike">
                <a:solidFill>
                  <a:srgbClr val="17AFFF"/>
                </a:solidFill>
                <a:effectLst/>
                <a:uFillTx/>
                <a:latin typeface="Arial"/>
                <a:ea typeface="Arial"/>
              </a:rPr>
              <a:t>Assumptions</a:t>
            </a:r>
            <a:r>
              <a:rPr lang="en" sz="900" b="0" u="none" strike="noStrike">
                <a:solidFill>
                  <a:schemeClr val="dk1"/>
                </a:solidFill>
                <a:effectLst/>
                <a:uFillTx/>
                <a:latin typeface="Arial"/>
                <a:ea typeface="Arial"/>
              </a:rPr>
              <a:t>: The system assumes access to the repository’s build environment and a comprehensive set of logs/telemetry.</a:t>
            </a:r>
            <a:endParaRPr lang="en-IN" sz="900" b="0" u="none" strike="noStrike">
              <a:solidFill>
                <a:srgbClr val="000000"/>
              </a:solidFill>
              <a:effectLst/>
              <a:uFillTx/>
              <a:latin typeface="Arial"/>
            </a:endParaRPr>
          </a:p>
          <a:p>
            <a:pPr indent="0" algn="just">
              <a:lnSpc>
                <a:spcPct val="100000"/>
              </a:lnSpc>
              <a:spcBef>
                <a:spcPts val="57"/>
              </a:spcBef>
              <a:buNone/>
            </a:pPr>
            <a:r>
              <a:rPr lang="en" sz="900" b="1" u="none" strike="noStrike">
                <a:solidFill>
                  <a:srgbClr val="17AFFF"/>
                </a:solidFill>
                <a:effectLst/>
                <a:uFillTx/>
                <a:latin typeface="Arial"/>
                <a:ea typeface="Arial"/>
              </a:rPr>
              <a:t>Constraints</a:t>
            </a:r>
            <a:r>
              <a:rPr lang="en" sz="900" b="0" u="none" strike="noStrike">
                <a:solidFill>
                  <a:schemeClr val="dk1"/>
                </a:solidFill>
                <a:effectLst/>
                <a:uFillTx/>
                <a:latin typeface="Arial"/>
                <a:ea typeface="Arial"/>
              </a:rPr>
              <a:t>: Security protocols restrict AI from accessing sensitive production data; it operates only on sanitized logs or staging environments.</a:t>
            </a:r>
            <a:endParaRPr lang="en-IN" sz="900" b="0" u="none" strike="noStrike">
              <a:solidFill>
                <a:srgbClr val="000000"/>
              </a:solidFill>
              <a:effectLst/>
              <a:uFillTx/>
              <a:latin typeface="Arial"/>
            </a:endParaRPr>
          </a:p>
          <a:p>
            <a:pPr indent="0" algn="just">
              <a:lnSpc>
                <a:spcPct val="100000"/>
              </a:lnSpc>
              <a:spcBef>
                <a:spcPts val="57"/>
              </a:spcBef>
              <a:buNone/>
            </a:pPr>
            <a:endParaRPr lang="en-IN" sz="900" b="0" u="none" strike="noStrike">
              <a:solidFill>
                <a:srgbClr val="000000"/>
              </a:solidFill>
              <a:effectLst/>
              <a:uFillTx/>
              <a:latin typeface="Arial"/>
            </a:endParaRPr>
          </a:p>
          <a:p>
            <a:pPr indent="0" algn="just">
              <a:lnSpc>
                <a:spcPct val="100000"/>
              </a:lnSpc>
              <a:spcBef>
                <a:spcPts val="57"/>
              </a:spcBef>
              <a:buNone/>
            </a:pPr>
            <a:r>
              <a:rPr lang="en" sz="1050" b="1" u="none" strike="noStrike">
                <a:solidFill>
                  <a:srgbClr val="17AFFF"/>
                </a:solidFill>
                <a:effectLst/>
                <a:uFillTx/>
                <a:latin typeface="Arial"/>
                <a:ea typeface="Arial"/>
              </a:rPr>
              <a:t>Ease of Implementation &amp; Effectiveness</a:t>
            </a:r>
            <a:endParaRPr lang="en-IN" sz="1050" b="1" u="none" strike="noStrike">
              <a:solidFill>
                <a:srgbClr val="000000"/>
              </a:solidFill>
              <a:effectLst/>
              <a:uFillTx/>
              <a:latin typeface="Arial"/>
            </a:endParaRPr>
          </a:p>
          <a:p>
            <a:pPr indent="0" algn="just">
              <a:lnSpc>
                <a:spcPct val="100000"/>
              </a:lnSpc>
              <a:spcBef>
                <a:spcPts val="57"/>
              </a:spcBef>
              <a:buNone/>
            </a:pPr>
            <a:endParaRPr lang="en-IN" sz="1050" b="1" u="none" strike="noStrike">
              <a:solidFill>
                <a:srgbClr val="000000"/>
              </a:solidFill>
              <a:effectLst/>
              <a:uFillTx/>
              <a:latin typeface="Arial"/>
            </a:endParaRPr>
          </a:p>
          <a:p>
            <a:pPr marL="432000" indent="-324000" algn="just">
              <a:lnSpc>
                <a:spcPct val="100000"/>
              </a:lnSpc>
              <a:spcBef>
                <a:spcPts val="57"/>
              </a:spcBef>
              <a:buClr>
                <a:srgbClr val="FFFFFF"/>
              </a:buClr>
              <a:buSzPct val="45000"/>
              <a:buFont typeface="OpenSymbol"/>
              <a:buChar char="✸"/>
            </a:pPr>
            <a:r>
              <a:rPr lang="en" sz="900" b="1" u="none" strike="noStrike">
                <a:solidFill>
                  <a:srgbClr val="17AFFF"/>
                </a:solidFill>
                <a:effectLst/>
                <a:uFillTx/>
                <a:latin typeface="Arial"/>
                <a:ea typeface="Arial"/>
              </a:rPr>
              <a:t>Implementation</a:t>
            </a:r>
            <a:r>
              <a:rPr lang="en" sz="900" b="0" u="none" strike="noStrike">
                <a:solidFill>
                  <a:schemeClr val="dk1"/>
                </a:solidFill>
                <a:effectLst/>
                <a:uFillTx/>
                <a:latin typeface="Arial"/>
                <a:ea typeface="Arial"/>
              </a:rPr>
              <a:t>: Moderate. The complexity lies in the orchestration of the agents and the sandbox environment. However, by leveraging existing GitHub Actions or Azure Pipelines, MYTHEOS can be integrated as a "Bot" that triggers whenever a new Issue is created.</a:t>
            </a:r>
            <a:endParaRPr lang="en-IN" sz="900" b="0" u="none" strike="noStrike">
              <a:solidFill>
                <a:srgbClr val="000000"/>
              </a:solidFill>
              <a:effectLst/>
              <a:uFillTx/>
              <a:latin typeface="Arial"/>
            </a:endParaRPr>
          </a:p>
          <a:p>
            <a:pPr marL="432000" indent="-324000" algn="just">
              <a:lnSpc>
                <a:spcPct val="100000"/>
              </a:lnSpc>
              <a:spcBef>
                <a:spcPts val="57"/>
              </a:spcBef>
              <a:buClr>
                <a:srgbClr val="FFFFFF"/>
              </a:buClr>
              <a:buSzPct val="45000"/>
              <a:buFont typeface="OpenSymbol"/>
              <a:buChar char="✸"/>
            </a:pPr>
            <a:r>
              <a:rPr lang="en" sz="900" b="1" u="none" strike="noStrike">
                <a:solidFill>
                  <a:srgbClr val="17AFFF"/>
                </a:solidFill>
                <a:effectLst/>
                <a:uFillTx/>
                <a:latin typeface="Arial"/>
                <a:ea typeface="Arial"/>
              </a:rPr>
              <a:t>Effectiveness</a:t>
            </a:r>
            <a:r>
              <a:rPr lang="en" sz="900" b="0" u="none" strike="noStrike">
                <a:solidFill>
                  <a:schemeClr val="dk1"/>
                </a:solidFill>
                <a:effectLst/>
                <a:uFillTx/>
                <a:latin typeface="Arial"/>
                <a:ea typeface="Arial"/>
              </a:rPr>
              <a:t>: High. By breaking the problem into micro-tasks (Tracing, Hypothesizing, Testing), the system overcomes the "hallucination" issues of single-agent models, leading to production-grade patches.</a:t>
            </a:r>
            <a:endParaRPr lang="en-IN" sz="900" b="0" u="none" strike="noStrike">
              <a:solidFill>
                <a:srgbClr val="000000"/>
              </a:solidFill>
              <a:effectLst/>
              <a:uFillTx/>
              <a:latin typeface="Arial"/>
            </a:endParaRPr>
          </a:p>
          <a:p>
            <a:pPr indent="0" algn="just">
              <a:lnSpc>
                <a:spcPct val="100000"/>
              </a:lnSpc>
              <a:spcBef>
                <a:spcPts val="57"/>
              </a:spcBef>
              <a:buNone/>
            </a:pPr>
            <a:endParaRPr lang="en-IN" sz="1500" b="0" u="none" strike="noStrike">
              <a:solidFill>
                <a:srgbClr val="000000"/>
              </a:solidFill>
              <a:effectLst/>
              <a:uFillTx/>
              <a:latin typeface="Arial"/>
            </a:endParaRPr>
          </a:p>
          <a:p>
            <a:pPr indent="0" algn="just">
              <a:lnSpc>
                <a:spcPct val="100000"/>
              </a:lnSpc>
              <a:spcBef>
                <a:spcPts val="57"/>
              </a:spcBef>
              <a:buNone/>
            </a:pPr>
            <a:r>
              <a:rPr lang="en" sz="1050" b="1" u="none" strike="noStrike">
                <a:solidFill>
                  <a:srgbClr val="17AFFF"/>
                </a:solidFill>
                <a:effectLst/>
                <a:uFillTx/>
                <a:latin typeface="Arial"/>
                <a:ea typeface="Arial"/>
              </a:rPr>
              <a:t>Extent of Scalability &amp; Usability</a:t>
            </a:r>
            <a:endParaRPr lang="en-IN" sz="1050" b="1" u="none" strike="noStrike">
              <a:solidFill>
                <a:srgbClr val="000000"/>
              </a:solidFill>
              <a:effectLst/>
              <a:uFillTx/>
              <a:latin typeface="Arial"/>
            </a:endParaRPr>
          </a:p>
          <a:p>
            <a:pPr indent="0" algn="just">
              <a:lnSpc>
                <a:spcPct val="100000"/>
              </a:lnSpc>
              <a:spcBef>
                <a:spcPts val="57"/>
              </a:spcBef>
              <a:buNone/>
            </a:pPr>
            <a:endParaRPr lang="en-IN" sz="900" b="1" u="none" strike="noStrike">
              <a:solidFill>
                <a:srgbClr val="000000"/>
              </a:solidFill>
              <a:effectLst/>
              <a:uFillTx/>
              <a:latin typeface="Arial"/>
            </a:endParaRPr>
          </a:p>
          <a:p>
            <a:pPr marL="432000" indent="-324000" algn="just">
              <a:lnSpc>
                <a:spcPct val="100000"/>
              </a:lnSpc>
              <a:spcBef>
                <a:spcPts val="57"/>
              </a:spcBef>
              <a:buClr>
                <a:srgbClr val="FFFFFF"/>
              </a:buClr>
              <a:buSzPct val="45000"/>
              <a:buFont typeface="OpenSymbol"/>
              <a:buChar char="✸"/>
            </a:pPr>
            <a:r>
              <a:rPr lang="en" sz="900" b="1" u="none" strike="noStrike">
                <a:solidFill>
                  <a:srgbClr val="17AFFF"/>
                </a:solidFill>
                <a:effectLst/>
                <a:uFillTx/>
                <a:latin typeface="Arial"/>
                <a:ea typeface="Arial"/>
              </a:rPr>
              <a:t>Usability</a:t>
            </a:r>
            <a:r>
              <a:rPr lang="en" sz="900" b="0" u="none" strike="noStrike">
                <a:solidFill>
                  <a:schemeClr val="dk1"/>
                </a:solidFill>
                <a:effectLst/>
                <a:uFillTx/>
                <a:latin typeface="Arial"/>
                <a:ea typeface="Arial"/>
              </a:rPr>
              <a:t>: Designed for seamless developer experience. A developer simply tags @mytheos on a GitHub issue, and the swarm provides a full PR with a root-cause report within minutes.</a:t>
            </a:r>
            <a:endParaRPr lang="en-IN" sz="900" b="0" u="none" strike="noStrike">
              <a:solidFill>
                <a:srgbClr val="000000"/>
              </a:solidFill>
              <a:effectLst/>
              <a:uFillTx/>
              <a:latin typeface="Arial"/>
            </a:endParaRPr>
          </a:p>
          <a:p>
            <a:pPr marL="432000" indent="-324000" algn="just">
              <a:lnSpc>
                <a:spcPct val="100000"/>
              </a:lnSpc>
              <a:spcBef>
                <a:spcPts val="57"/>
              </a:spcBef>
              <a:buClr>
                <a:srgbClr val="FFFFFF"/>
              </a:buClr>
              <a:buSzPct val="45000"/>
              <a:buFont typeface="OpenSymbol"/>
              <a:buChar char="✸"/>
            </a:pPr>
            <a:r>
              <a:rPr lang="en" sz="900" b="1" u="none" strike="noStrike">
                <a:solidFill>
                  <a:srgbClr val="17AFFF"/>
                </a:solidFill>
                <a:effectLst/>
                <a:uFillTx/>
                <a:latin typeface="Arial"/>
                <a:ea typeface="Arial"/>
              </a:rPr>
              <a:t>Scalability</a:t>
            </a:r>
            <a:r>
              <a:rPr lang="en" sz="900" b="0" u="none" strike="noStrike">
                <a:solidFill>
                  <a:schemeClr val="dk1"/>
                </a:solidFill>
                <a:effectLst/>
                <a:uFillTx/>
                <a:latin typeface="Arial"/>
                <a:ea typeface="Arial"/>
              </a:rPr>
              <a:t>: The architecture is cloud-native. Using Azure Container Instances, Microsoft could scale MYTHEOS to handle thousands of concurrent debugging sessions across different product teams (Office, Azure, Windows) simultaneously, with each swarm operating in its own isolated workspace.</a:t>
            </a:r>
            <a:endParaRPr lang="en-IN" sz="900" b="0" u="none" strike="noStrike">
              <a:solidFill>
                <a:srgbClr val="000000"/>
              </a:solidFill>
              <a:effectLst/>
              <a:uFillTx/>
              <a:latin typeface="Arial"/>
            </a:endParaRPr>
          </a:p>
          <a:p>
            <a:pPr indent="0" algn="just">
              <a:lnSpc>
                <a:spcPct val="100000"/>
              </a:lnSpc>
              <a:spcBef>
                <a:spcPts val="57"/>
              </a:spcBef>
              <a:buNone/>
            </a:pPr>
            <a:endParaRPr lang="en-IN" sz="1500" b="0" u="none" strike="noStrike">
              <a:solidFill>
                <a:srgbClr val="000000"/>
              </a:solidFill>
              <a:effectLst/>
              <a:uFillTx/>
              <a:latin typeface="Arial"/>
            </a:endParaRPr>
          </a:p>
          <a:p>
            <a:pPr indent="0" algn="just">
              <a:lnSpc>
                <a:spcPct val="100000"/>
              </a:lnSpc>
              <a:spcBef>
                <a:spcPts val="57"/>
              </a:spcBef>
              <a:buNone/>
            </a:pPr>
            <a:r>
              <a:rPr lang="en" sz="1050" b="1" u="none" strike="noStrike">
                <a:solidFill>
                  <a:schemeClr val="dk1"/>
                </a:solidFill>
                <a:effectLst/>
                <a:uFillTx/>
                <a:latin typeface="Arial"/>
                <a:ea typeface="Arial"/>
              </a:rPr>
              <a:t>Future Scope</a:t>
            </a:r>
            <a:endParaRPr lang="en-IN" sz="1050" b="0" u="none" strike="noStrike">
              <a:solidFill>
                <a:srgbClr val="000000"/>
              </a:solidFill>
              <a:effectLst/>
              <a:uFillTx/>
              <a:latin typeface="Arial"/>
            </a:endParaRPr>
          </a:p>
          <a:p>
            <a:pPr indent="0" algn="just">
              <a:lnSpc>
                <a:spcPct val="100000"/>
              </a:lnSpc>
              <a:spcBef>
                <a:spcPts val="57"/>
              </a:spcBef>
              <a:buNone/>
            </a:pPr>
            <a:r>
              <a:rPr lang="en" sz="900" b="1" u="none" strike="noStrike">
                <a:solidFill>
                  <a:schemeClr val="dk1">
                    <a:lumOff val="0"/>
                  </a:schemeClr>
                </a:solidFill>
                <a:effectLst/>
                <a:uFillTx/>
                <a:latin typeface="Arial"/>
                <a:ea typeface="Arial"/>
              </a:rPr>
              <a:t>Mytheos will be extended to Github Issues and crawling different github repos and finding the issues and resolve them, auto create pull request to update them from the repo’s owner</a:t>
            </a:r>
            <a:endParaRPr lang="en-IN" sz="900" b="0" u="none" strike="noStrike">
              <a:solidFill>
                <a:srgbClr val="000000"/>
              </a:solidFill>
              <a:effectLst/>
              <a:uFillTx/>
              <a:latin typeface="Arial"/>
            </a:endParaRPr>
          </a:p>
          <a:p>
            <a:pPr indent="0" algn="just">
              <a:lnSpc>
                <a:spcPct val="100000"/>
              </a:lnSpc>
              <a:spcBef>
                <a:spcPts val="57"/>
              </a:spcBef>
              <a:buNone/>
            </a:pPr>
            <a:endParaRPr lang="en-IN" sz="1500" b="0" u="none" strike="noStrike">
              <a:solidFill>
                <a:srgbClr val="000000"/>
              </a:solidFill>
              <a:effectLst/>
              <a:uFillTx/>
              <a:latin typeface="Arial"/>
            </a:endParaRPr>
          </a:p>
        </p:txBody>
      </p:sp>
      <p:pic>
        <p:nvPicPr>
          <p:cNvPr id="60" name="Google Shape;87;p 2"/>
          <p:cNvPicPr/>
          <p:nvPr/>
        </p:nvPicPr>
        <p:blipFill>
          <a:blip r:embed="rId1"/>
          <a:stretch/>
        </p:blipFill>
        <p:spPr>
          <a:xfrm>
            <a:off x="8489880" y="178920"/>
            <a:ext cx="471240" cy="47124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1141"/>
        </a:solidFill>
      </p:bgPr>
    </p:bg>
    <p:spTree>
      <p:nvGrpSpPr>
        <p:cNvPr id="1" name=""/>
        <p:cNvGrpSpPr/>
        <p:nvPr/>
      </p:nvGrpSpPr>
      <p:grpSpPr>
        <a:xfrm>
          <a:off x="0" y="0"/>
          <a:ext cx="0" cy="0"/>
          <a:chOff x="0" y="0"/>
          <a:chExt cx="0" cy="0"/>
        </a:xfrm>
      </p:grpSpPr>
      <p:pic>
        <p:nvPicPr>
          <p:cNvPr id="61" name="Google Shape;96;p 4"/>
          <p:cNvPicPr/>
          <p:nvPr/>
        </p:nvPicPr>
        <p:blipFill>
          <a:blip r:embed="rId1"/>
          <a:stretch/>
        </p:blipFill>
        <p:spPr>
          <a:xfrm>
            <a:off x="8489880" y="178920"/>
            <a:ext cx="471240" cy="471240"/>
          </a:xfrm>
          <a:prstGeom prst="rect">
            <a:avLst/>
          </a:prstGeom>
          <a:noFill/>
          <a:ln w="0">
            <a:noFill/>
          </a:ln>
        </p:spPr>
      </p:pic>
      <p:pic>
        <p:nvPicPr>
          <p:cNvPr id="62" name=""/>
          <p:cNvPicPr/>
          <p:nvPr/>
        </p:nvPicPr>
        <p:blipFill>
          <a:blip r:embed="rId2"/>
          <a:stretch/>
        </p:blipFill>
        <p:spPr>
          <a:xfrm>
            <a:off x="375840" y="1620000"/>
            <a:ext cx="8363880" cy="3011400"/>
          </a:xfrm>
          <a:prstGeom prst="rect">
            <a:avLst/>
          </a:prstGeom>
          <a:noFill/>
          <a:ln w="0">
            <a:noFill/>
          </a:ln>
        </p:spPr>
      </p:pic>
      <p:sp>
        <p:nvSpPr>
          <p:cNvPr id="63" name=""/>
          <p:cNvSpPr txBox="1"/>
          <p:nvPr/>
        </p:nvSpPr>
        <p:spPr>
          <a:xfrm>
            <a:off x="360000" y="540000"/>
            <a:ext cx="7380000" cy="1382760"/>
          </a:xfrm>
          <a:prstGeom prst="rect">
            <a:avLst/>
          </a:prstGeom>
          <a:noFill/>
          <a:ln w="0">
            <a:noFill/>
          </a:ln>
        </p:spPr>
        <p:txBody>
          <a:bodyPr lIns="90000" tIns="45000" rIns="90000" bIns="45000" anchor="t">
            <a:spAutoFit/>
          </a:bodyPr>
          <a:p>
            <a:pPr algn="just">
              <a:lnSpc>
                <a:spcPct val="100000"/>
              </a:lnSpc>
              <a:spcBef>
                <a:spcPts val="340"/>
              </a:spcBef>
              <a:spcAft>
                <a:spcPts val="142"/>
              </a:spcAft>
            </a:pPr>
            <a:r>
              <a:rPr lang="en-IN" sz="1050" b="1" u="none" strike="noStrike">
                <a:solidFill>
                  <a:srgbClr val="17AFFF"/>
                </a:solidFill>
                <a:effectLst/>
                <a:uFillTx/>
                <a:latin typeface="Arial"/>
              </a:rPr>
              <a:t>Architecture Diagram</a:t>
            </a:r>
            <a:endParaRPr lang="en-IN" sz="1050" b="1" u="none" strike="noStrike">
              <a:solidFill>
                <a:srgbClr val="FFFFFF"/>
              </a:solidFill>
              <a:effectLst/>
              <a:uFillTx/>
              <a:latin typeface="Arial"/>
            </a:endParaRPr>
          </a:p>
          <a:p>
            <a:pPr algn="just">
              <a:lnSpc>
                <a:spcPct val="100000"/>
              </a:lnSpc>
              <a:spcBef>
                <a:spcPts val="340"/>
              </a:spcBef>
              <a:spcAft>
                <a:spcPts val="142"/>
              </a:spcAft>
            </a:pPr>
            <a:r>
              <a:rPr lang="en-IN" sz="900" b="0" u="none" strike="noStrike">
                <a:solidFill>
                  <a:srgbClr val="FFFFFF"/>
                </a:solidFill>
                <a:effectLst/>
                <a:uFillTx/>
                <a:latin typeface="Arial"/>
              </a:rPr>
              <a:t>Visualizes the "Hub-and-Spoke" model where a central Orchestrator manages specialized agents. It connects external inputs (GitHub/Logs) to a secure Docker sandbox, ensuring code is tested in isolation before being pushed back to the repository.</a:t>
            </a:r>
            <a:endParaRPr lang="en-IN" sz="900" b="0" u="none" strike="noStrike">
              <a:solidFill>
                <a:srgbClr val="FFFFFF"/>
              </a:solidFill>
              <a:effectLst/>
              <a:uFillTx/>
              <a:latin typeface="Arial"/>
            </a:endParaRPr>
          </a:p>
          <a:p>
            <a:pPr algn="just">
              <a:lnSpc>
                <a:spcPct val="100000"/>
              </a:lnSpc>
              <a:spcBef>
                <a:spcPts val="340"/>
              </a:spcBef>
              <a:spcAft>
                <a:spcPts val="142"/>
              </a:spcAft>
            </a:pPr>
            <a:endParaRPr lang="en-IN"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1141"/>
        </a:solidFill>
      </p:bgPr>
    </p:bg>
    <p:spTree>
      <p:nvGrpSpPr>
        <p:cNvPr id="1" name=""/>
        <p:cNvGrpSpPr/>
        <p:nvPr/>
      </p:nvGrpSpPr>
      <p:grpSpPr>
        <a:xfrm>
          <a:off x="0" y="0"/>
          <a:ext cx="0" cy="0"/>
          <a:chOff x="0" y="0"/>
          <a:chExt cx="0" cy="0"/>
        </a:xfrm>
      </p:grpSpPr>
      <p:pic>
        <p:nvPicPr>
          <p:cNvPr id="64" name="Google Shape;96;p 2"/>
          <p:cNvPicPr/>
          <p:nvPr/>
        </p:nvPicPr>
        <p:blipFill>
          <a:blip r:embed="rId1"/>
          <a:stretch/>
        </p:blipFill>
        <p:spPr>
          <a:xfrm>
            <a:off x="8489880" y="178920"/>
            <a:ext cx="471240" cy="471240"/>
          </a:xfrm>
          <a:prstGeom prst="rect">
            <a:avLst/>
          </a:prstGeom>
          <a:noFill/>
          <a:ln w="0">
            <a:noFill/>
          </a:ln>
        </p:spPr>
      </p:pic>
      <p:pic>
        <p:nvPicPr>
          <p:cNvPr id="65" name=""/>
          <p:cNvPicPr/>
          <p:nvPr/>
        </p:nvPicPr>
        <p:blipFill>
          <a:blip r:embed="rId2"/>
          <a:stretch/>
        </p:blipFill>
        <p:spPr>
          <a:xfrm>
            <a:off x="2384640" y="1020240"/>
            <a:ext cx="2241360" cy="3839760"/>
          </a:xfrm>
          <a:prstGeom prst="rect">
            <a:avLst/>
          </a:prstGeom>
          <a:noFill/>
          <a:ln w="0">
            <a:noFill/>
          </a:ln>
        </p:spPr>
      </p:pic>
      <p:sp>
        <p:nvSpPr>
          <p:cNvPr id="66" name=""/>
          <p:cNvSpPr txBox="1"/>
          <p:nvPr/>
        </p:nvSpPr>
        <p:spPr>
          <a:xfrm>
            <a:off x="2384640" y="540000"/>
            <a:ext cx="2295360" cy="316080"/>
          </a:xfrm>
          <a:prstGeom prst="rect">
            <a:avLst/>
          </a:prstGeom>
          <a:noFill/>
          <a:ln w="0">
            <a:noFill/>
          </a:ln>
        </p:spPr>
        <p:txBody>
          <a:bodyPr wrap="none" lIns="90000" tIns="45000" rIns="90000" bIns="45000" anchor="t">
            <a:spAutoFit/>
          </a:bodyPr>
          <a:p>
            <a:r>
              <a:rPr lang="en-IN" sz="1600" b="0" u="none" strike="noStrike">
                <a:solidFill>
                  <a:srgbClr val="FFFFFF"/>
                </a:solidFill>
                <a:effectLst/>
                <a:uFillTx/>
                <a:latin typeface="Arial"/>
              </a:rPr>
              <a:t>Agent Thinking process</a:t>
            </a:r>
            <a:endParaRPr lang="en-IN" sz="1600" b="0" u="none" strike="noStrike">
              <a:solidFill>
                <a:srgbClr val="FFFFFF"/>
              </a:solidFill>
              <a:effectLst/>
              <a:uFillTx/>
              <a:latin typeface="Arial"/>
            </a:endParaRPr>
          </a:p>
        </p:txBody>
      </p:sp>
      <p:pic>
        <p:nvPicPr>
          <p:cNvPr id="67" name=""/>
          <p:cNvPicPr/>
          <p:nvPr/>
        </p:nvPicPr>
        <p:blipFill>
          <a:blip r:embed="rId3"/>
          <a:stretch/>
        </p:blipFill>
        <p:spPr>
          <a:xfrm>
            <a:off x="239760" y="1020240"/>
            <a:ext cx="2100240" cy="3839760"/>
          </a:xfrm>
          <a:prstGeom prst="rect">
            <a:avLst/>
          </a:prstGeom>
          <a:noFill/>
          <a:ln w="0">
            <a:noFill/>
          </a:ln>
        </p:spPr>
      </p:pic>
      <p:sp>
        <p:nvSpPr>
          <p:cNvPr id="68" name=""/>
          <p:cNvSpPr txBox="1"/>
          <p:nvPr/>
        </p:nvSpPr>
        <p:spPr>
          <a:xfrm>
            <a:off x="180000" y="540000"/>
            <a:ext cx="1273680" cy="316080"/>
          </a:xfrm>
          <a:prstGeom prst="rect">
            <a:avLst/>
          </a:prstGeom>
          <a:noFill/>
          <a:ln w="0">
            <a:noFill/>
          </a:ln>
        </p:spPr>
        <p:txBody>
          <a:bodyPr wrap="none" lIns="90000" tIns="45000" rIns="90000" bIns="45000" anchor="t">
            <a:spAutoFit/>
          </a:bodyPr>
          <a:p>
            <a:r>
              <a:rPr lang="en-IN" sz="1600" b="0" u="none" strike="noStrike">
                <a:solidFill>
                  <a:srgbClr val="FFFFFF"/>
                </a:solidFill>
                <a:effectLst/>
                <a:uFillTx/>
                <a:latin typeface="Arial"/>
              </a:rPr>
              <a:t>Agents Arch</a:t>
            </a:r>
            <a:endParaRPr lang="en-IN" sz="1600" b="0" u="none" strike="noStrike">
              <a:solidFill>
                <a:srgbClr val="FFFFFF"/>
              </a:solidFill>
              <a:effectLst/>
              <a:uFillTx/>
              <a:latin typeface="Arial"/>
            </a:endParaRPr>
          </a:p>
        </p:txBody>
      </p:sp>
      <p:sp>
        <p:nvSpPr>
          <p:cNvPr id="69" name=""/>
          <p:cNvSpPr txBox="1"/>
          <p:nvPr/>
        </p:nvSpPr>
        <p:spPr>
          <a:xfrm>
            <a:off x="4860000" y="3880440"/>
            <a:ext cx="3780000" cy="799560"/>
          </a:xfrm>
          <a:prstGeom prst="rect">
            <a:avLst/>
          </a:prstGeom>
          <a:noFill/>
          <a:ln w="0">
            <a:noFill/>
          </a:ln>
        </p:spPr>
        <p:txBody>
          <a:bodyPr lIns="90000" tIns="45000" rIns="90000" bIns="45000" anchor="t">
            <a:spAutoFit/>
          </a:bodyPr>
          <a:p>
            <a:pPr algn="just">
              <a:spcBef>
                <a:spcPts val="1191"/>
              </a:spcBef>
              <a:spcAft>
                <a:spcPts val="992"/>
              </a:spcAft>
            </a:pPr>
            <a:r>
              <a:rPr lang="en-IN" sz="1000" b="0" u="none" strike="noStrike">
                <a:solidFill>
                  <a:srgbClr val="FFFFFF"/>
                </a:solidFill>
                <a:effectLst/>
                <a:uFillTx/>
                <a:latin typeface="Arial"/>
              </a:rPr>
              <a:t>Maps the non-linear debugging lifecycle. It highlights the critical feedback loop: if the Test Agent identifies a failure in the proposed fix, the system automatically loops back to the Fix Agent to iterate until the solution is verified. </a:t>
            </a:r>
            <a:endParaRPr lang="en-IN"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1141"/>
        </a:solidFill>
      </p:bgPr>
    </p:bg>
    <p:spTree>
      <p:nvGrpSpPr>
        <p:cNvPr id="1" name=""/>
        <p:cNvGrpSpPr/>
        <p:nvPr/>
      </p:nvGrpSpPr>
      <p:grpSpPr>
        <a:xfrm>
          <a:off x="0" y="0"/>
          <a:ext cx="0" cy="0"/>
          <a:chOff x="0" y="0"/>
          <a:chExt cx="0" cy="0"/>
        </a:xfrm>
      </p:grpSpPr>
      <p:pic>
        <p:nvPicPr>
          <p:cNvPr id="70" name="Google Shape;96;p 1"/>
          <p:cNvPicPr/>
          <p:nvPr/>
        </p:nvPicPr>
        <p:blipFill>
          <a:blip r:embed="rId1"/>
          <a:stretch/>
        </p:blipFill>
        <p:spPr>
          <a:xfrm>
            <a:off x="8489880" y="178920"/>
            <a:ext cx="471240" cy="471240"/>
          </a:xfrm>
          <a:prstGeom prst="rect">
            <a:avLst/>
          </a:prstGeom>
          <a:noFill/>
          <a:ln w="0">
            <a:noFill/>
          </a:ln>
        </p:spPr>
      </p:pic>
      <p:pic>
        <p:nvPicPr>
          <p:cNvPr id="71" name=""/>
          <p:cNvPicPr/>
          <p:nvPr/>
        </p:nvPicPr>
        <p:blipFill>
          <a:blip r:embed="rId2"/>
          <a:stretch/>
        </p:blipFill>
        <p:spPr>
          <a:xfrm>
            <a:off x="1053000" y="2688120"/>
            <a:ext cx="3267000" cy="1991880"/>
          </a:xfrm>
          <a:prstGeom prst="rect">
            <a:avLst/>
          </a:prstGeom>
          <a:noFill/>
          <a:ln w="0">
            <a:noFill/>
          </a:ln>
        </p:spPr>
      </p:pic>
      <p:pic>
        <p:nvPicPr>
          <p:cNvPr id="72" name=""/>
          <p:cNvPicPr/>
          <p:nvPr/>
        </p:nvPicPr>
        <p:blipFill>
          <a:blip r:embed="rId3"/>
          <a:stretch/>
        </p:blipFill>
        <p:spPr>
          <a:xfrm>
            <a:off x="5580000" y="360000"/>
            <a:ext cx="2160000" cy="1988640"/>
          </a:xfrm>
          <a:prstGeom prst="rect">
            <a:avLst/>
          </a:prstGeom>
          <a:noFill/>
          <a:ln w="0">
            <a:noFill/>
          </a:ln>
        </p:spPr>
      </p:pic>
      <p:sp>
        <p:nvSpPr>
          <p:cNvPr id="73" name=""/>
          <p:cNvSpPr txBox="1"/>
          <p:nvPr/>
        </p:nvSpPr>
        <p:spPr>
          <a:xfrm>
            <a:off x="5040000" y="3060000"/>
            <a:ext cx="2873880" cy="1489320"/>
          </a:xfrm>
          <a:prstGeom prst="rect">
            <a:avLst/>
          </a:prstGeom>
          <a:noFill/>
          <a:ln w="0">
            <a:noFill/>
          </a:ln>
        </p:spPr>
        <p:txBody>
          <a:bodyPr lIns="90000" tIns="45000" rIns="90000" bIns="45000" anchor="t">
            <a:spAutoFit/>
          </a:bodyPr>
          <a:p>
            <a:pPr algn="just">
              <a:spcBef>
                <a:spcPts val="1191"/>
              </a:spcBef>
              <a:spcAft>
                <a:spcPts val="992"/>
              </a:spcAft>
            </a:pPr>
            <a:r>
              <a:rPr lang="en-IN" sz="1000" b="0" u="none" strike="noStrike">
                <a:solidFill>
                  <a:srgbClr val="FFFFFF"/>
                </a:solidFill>
                <a:effectLst/>
                <a:uFillTx/>
                <a:latin typeface="Arial"/>
              </a:rPr>
              <a:t>Pie Chart: Illustrates the distribution of bug types (e.g., Logic, Security, Dependency) to show where the swarm is most effective.</a:t>
            </a:r>
            <a:endParaRPr lang="en-IN" sz="1000" b="0" u="none" strike="noStrike">
              <a:solidFill>
                <a:srgbClr val="FFFFFF"/>
              </a:solidFill>
              <a:effectLst/>
              <a:uFillTx/>
              <a:latin typeface="Arial"/>
            </a:endParaRPr>
          </a:p>
        </p:txBody>
      </p:sp>
      <p:sp>
        <p:nvSpPr>
          <p:cNvPr id="74" name=""/>
          <p:cNvSpPr txBox="1"/>
          <p:nvPr/>
        </p:nvSpPr>
        <p:spPr>
          <a:xfrm>
            <a:off x="900000" y="460440"/>
            <a:ext cx="3441600" cy="799560"/>
          </a:xfrm>
          <a:prstGeom prst="rect">
            <a:avLst/>
          </a:prstGeom>
          <a:noFill/>
          <a:ln w="0">
            <a:noFill/>
          </a:ln>
        </p:spPr>
        <p:txBody>
          <a:bodyPr lIns="90000" tIns="45000" rIns="90000" bIns="45000" anchor="t">
            <a:spAutoFit/>
          </a:bodyPr>
          <a:p>
            <a:pPr algn="just"/>
            <a:r>
              <a:rPr lang="en-IN" sz="1000" b="0" u="none" strike="noStrike">
                <a:solidFill>
                  <a:srgbClr val="FFFFFF"/>
                </a:solidFill>
                <a:effectLst/>
                <a:uFillTx/>
                <a:latin typeface="Arial"/>
              </a:rPr>
              <a:t>Quadrant Chart: Plots bug complexity against resolution speed, identifying the "Sweet Spot" where the AI provides the highest ROI for complex issues like race conditions.</a:t>
            </a:r>
            <a:endParaRPr lang="en-IN" sz="1000" b="0" u="none" strike="noStrike">
              <a:solidFill>
                <a:srgbClr val="FFFFFF"/>
              </a:solidFill>
              <a:effectLst/>
              <a:uFillTx/>
              <a:latin typeface="Arial"/>
            </a:endParaRPr>
          </a:p>
          <a:p>
            <a:pPr algn="just"/>
            <a:endParaRPr lang="en-IN"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1141"/>
        </a:solidFill>
      </p:bgPr>
    </p:bg>
    <p:spTree>
      <p:nvGrpSpPr>
        <p:cNvPr id="1" name=""/>
        <p:cNvGrpSpPr/>
        <p:nvPr/>
      </p:nvGrpSpPr>
      <p:grpSpPr>
        <a:xfrm>
          <a:off x="0" y="0"/>
          <a:ext cx="0" cy="0"/>
          <a:chOff x="0" y="0"/>
          <a:chExt cx="0" cy="0"/>
        </a:xfrm>
      </p:grpSpPr>
      <p:pic>
        <p:nvPicPr>
          <p:cNvPr id="75" name="Google Shape;96;p 3"/>
          <p:cNvPicPr/>
          <p:nvPr/>
        </p:nvPicPr>
        <p:blipFill>
          <a:blip r:embed="rId1"/>
          <a:stretch/>
        </p:blipFill>
        <p:spPr>
          <a:xfrm>
            <a:off x="8489880" y="178920"/>
            <a:ext cx="471240" cy="471240"/>
          </a:xfrm>
          <a:prstGeom prst="rect">
            <a:avLst/>
          </a:prstGeom>
          <a:noFill/>
          <a:ln w="0">
            <a:noFill/>
          </a:ln>
        </p:spPr>
      </p:pic>
      <p:pic>
        <p:nvPicPr>
          <p:cNvPr id="76" name=""/>
          <p:cNvPicPr/>
          <p:nvPr/>
        </p:nvPicPr>
        <p:blipFill>
          <a:blip r:embed="rId2"/>
          <a:stretch/>
        </p:blipFill>
        <p:spPr>
          <a:xfrm>
            <a:off x="1620000" y="1520280"/>
            <a:ext cx="5760000" cy="3188160"/>
          </a:xfrm>
          <a:prstGeom prst="rect">
            <a:avLst/>
          </a:prstGeom>
          <a:noFill/>
          <a:ln w="0">
            <a:noFill/>
          </a:ln>
        </p:spPr>
      </p:pic>
      <p:sp>
        <p:nvSpPr>
          <p:cNvPr id="77" name=""/>
          <p:cNvSpPr txBox="1"/>
          <p:nvPr/>
        </p:nvSpPr>
        <p:spPr>
          <a:xfrm>
            <a:off x="367560" y="373680"/>
            <a:ext cx="1972440" cy="346320"/>
          </a:xfrm>
          <a:prstGeom prst="rect">
            <a:avLst/>
          </a:prstGeom>
          <a:noFill/>
          <a:ln w="0">
            <a:noFill/>
          </a:ln>
        </p:spPr>
        <p:txBody>
          <a:bodyPr wrap="none" lIns="90000" tIns="45000" rIns="90000" bIns="45000" anchor="t">
            <a:spAutoFit/>
          </a:bodyPr>
          <a:p>
            <a:r>
              <a:rPr lang="en-IN" sz="1800" b="0" u="none" strike="noStrike">
                <a:solidFill>
                  <a:srgbClr val="FFFFFF"/>
                </a:solidFill>
                <a:effectLst/>
                <a:uFillTx/>
                <a:latin typeface="Arial"/>
              </a:rPr>
              <a:t>SSE Connections</a:t>
            </a:r>
            <a:endParaRPr lang="en-IN" sz="1800" b="0" u="none" strike="noStrike">
              <a:solidFill>
                <a:srgbClr val="FFFFFF"/>
              </a:solidFill>
              <a:effectLst/>
              <a:uFillTx/>
              <a:latin typeface="Arial"/>
            </a:endParaRPr>
          </a:p>
        </p:txBody>
      </p:sp>
      <p:sp>
        <p:nvSpPr>
          <p:cNvPr id="78" name=""/>
          <p:cNvSpPr txBox="1"/>
          <p:nvPr/>
        </p:nvSpPr>
        <p:spPr>
          <a:xfrm>
            <a:off x="360000" y="847800"/>
            <a:ext cx="8100000" cy="374040"/>
          </a:xfrm>
          <a:prstGeom prst="rect">
            <a:avLst/>
          </a:prstGeom>
          <a:noFill/>
          <a:ln w="0">
            <a:noFill/>
          </a:ln>
        </p:spPr>
        <p:txBody>
          <a:bodyPr lIns="90000" tIns="45000" rIns="90000" bIns="45000" anchor="t">
            <a:spAutoFit/>
          </a:bodyPr>
          <a:p>
            <a:pPr algn="just">
              <a:spcBef>
                <a:spcPts val="1191"/>
              </a:spcBef>
              <a:spcAft>
                <a:spcPts val="992"/>
              </a:spcAft>
            </a:pPr>
            <a:r>
              <a:rPr lang="en-IN" sz="1000" b="0" u="none" strike="noStrike">
                <a:solidFill>
                  <a:srgbClr val="FFFFFF"/>
                </a:solidFill>
                <a:effectLst/>
                <a:uFillTx/>
                <a:latin typeface="Arial"/>
              </a:rPr>
              <a:t>Demonstrates the real-time communication logic. Instead of waiting for a final result, the SSE stream pushes live "thoughts" from the agent swarm directly to the UI, providing total transparency into the AI's investigation process. </a:t>
            </a:r>
            <a:endParaRPr lang="en-IN"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1141"/>
        </a:solidFill>
      </p:bgPr>
    </p:bg>
    <p:spTree>
      <p:nvGrpSpPr>
        <p:cNvPr id="1" name=""/>
        <p:cNvGrpSpPr/>
        <p:nvPr/>
      </p:nvGrpSpPr>
      <p:grpSpPr>
        <a:xfrm>
          <a:off x="0" y="0"/>
          <a:ext cx="0" cy="0"/>
          <a:chOff x="0" y="0"/>
          <a:chExt cx="0" cy="0"/>
        </a:xfrm>
      </p:grpSpPr>
      <p:sp>
        <p:nvSpPr>
          <p:cNvPr id="79" name="PlaceHolder 1"/>
          <p:cNvSpPr>
            <a:spLocks noGrp="1"/>
          </p:cNvSpPr>
          <p:nvPr>
            <p:ph type="title" hasCustomPrompt="1"/>
          </p:nvPr>
        </p:nvSpPr>
        <p:spPr>
          <a:xfrm>
            <a:off x="226800" y="253440"/>
            <a:ext cx="8367840" cy="1537920"/>
          </a:xfrm>
          <a:prstGeom prst="rect">
            <a:avLst/>
          </a:prstGeom>
          <a:noFill/>
          <a:ln w="0">
            <a:noFill/>
          </a:ln>
        </p:spPr>
        <p:txBody>
          <a:bodyPr lIns="91440" tIns="91440" rIns="91440" bIns="91440" anchor="ctr">
            <a:noAutofit/>
          </a:bodyPr>
          <a:p>
            <a:pPr indent="0" algn="ctr">
              <a:lnSpc>
                <a:spcPct val="100000"/>
              </a:lnSpc>
              <a:buNone/>
              <a:tabLst>
                <a:tab pos="0" algn="l"/>
              </a:tabLst>
            </a:pPr>
            <a:r>
              <a:rPr lang="en" sz="3000" b="0" u="none" strike="noStrike">
                <a:solidFill>
                  <a:schemeClr val="dk1"/>
                </a:solidFill>
                <a:effectLst/>
                <a:uFillTx/>
                <a:latin typeface="Arial"/>
                <a:ea typeface="Arial"/>
              </a:rPr>
              <a:t>WORKING PROTOTYPE</a:t>
            </a:r>
            <a:endParaRPr lang="en-IN" sz="3000" b="0" u="none" strike="noStrike">
              <a:solidFill>
                <a:schemeClr val="accent5"/>
              </a:solidFill>
              <a:effectLst/>
              <a:uFillTx/>
              <a:latin typeface="Roboto Slab"/>
            </a:endParaRPr>
          </a:p>
        </p:txBody>
      </p:sp>
      <p:sp>
        <p:nvSpPr>
          <p:cNvPr id="80" name="PlaceHolder 2"/>
          <p:cNvSpPr>
            <a:spLocks noGrp="1"/>
          </p:cNvSpPr>
          <p:nvPr>
            <p:ph/>
          </p:nvPr>
        </p:nvSpPr>
        <p:spPr>
          <a:xfrm>
            <a:off x="-720000" y="1561320"/>
            <a:ext cx="10080000" cy="3319200"/>
          </a:xfrm>
          <a:prstGeom prst="rect">
            <a:avLst/>
          </a:prstGeom>
          <a:noFill/>
          <a:ln w="0">
            <a:noFill/>
          </a:ln>
        </p:spPr>
        <p:txBody>
          <a:bodyPr lIns="91440" tIns="91440" rIns="91440" bIns="91440" anchor="t">
            <a:noAutofit/>
          </a:bodyPr>
          <a:p>
            <a:pPr marL="1828800" indent="457200" algn="l">
              <a:lnSpc>
                <a:spcPct val="115000"/>
              </a:lnSpc>
              <a:buNone/>
              <a:tabLst>
                <a:tab pos="0" algn="l"/>
              </a:tabLst>
            </a:pPr>
            <a:r>
              <a:rPr lang="en" sz="1800" b="0" u="none" strike="noStrike">
                <a:solidFill>
                  <a:schemeClr val="dk1">
                    <a:lumOff val="0"/>
                  </a:schemeClr>
                </a:solidFill>
                <a:effectLst/>
                <a:uFillTx/>
                <a:latin typeface="Arial"/>
                <a:ea typeface="Arial"/>
              </a:rPr>
              <a:t>Live Link: </a:t>
            </a:r>
            <a:r>
              <a:rPr lang="en" sz="1800" b="0" u="none" strike="noStrike">
                <a:solidFill>
                  <a:schemeClr val="dk1">
                    <a:lumOff val="0"/>
                  </a:schemeClr>
                </a:solidFill>
                <a:effectLst/>
                <a:uFillTx/>
                <a:latin typeface="Arial"/>
                <a:ea typeface="Arial"/>
                <a:hlinkClick r:id="rId1"/>
              </a:rPr>
              <a:t>https://nice-field-0b1a01600.7.azurestaticapps.net</a:t>
            </a:r>
            <a:br>
              <a:rPr sz="1800"/>
            </a:br>
            <a:r>
              <a:rPr lang="en" sz="1800" b="0" u="none" strike="noStrike">
                <a:solidFill>
                  <a:schemeClr val="dk1">
                    <a:lumOff val="0"/>
                  </a:schemeClr>
                </a:solidFill>
                <a:effectLst/>
                <a:uFillTx/>
                <a:latin typeface="Arial"/>
                <a:ea typeface="Arial"/>
              </a:rPr>
              <a:t>Live video link: https://youtu.be/QkcsxBdOckE</a:t>
            </a:r>
            <a:endParaRPr lang="en-IN" sz="1800" b="0" u="none" strike="noStrike">
              <a:solidFill>
                <a:schemeClr val="dk1">
                  <a:lumOff val="0"/>
                </a:schemeClr>
              </a:solidFill>
              <a:effectLst/>
              <a:uFillTx/>
              <a:latin typeface="Arial"/>
            </a:endParaRPr>
          </a:p>
        </p:txBody>
      </p:sp>
      <p:pic>
        <p:nvPicPr>
          <p:cNvPr id="81" name="Google Shape;103;g83372e3e9c_0_0"/>
          <p:cNvPicPr/>
          <p:nvPr/>
        </p:nvPicPr>
        <p:blipFill>
          <a:blip r:embed="rId2"/>
          <a:stretch/>
        </p:blipFill>
        <p:spPr>
          <a:xfrm>
            <a:off x="8489880" y="178920"/>
            <a:ext cx="471240" cy="47124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1141"/>
        </a:solidFill>
      </p:bgPr>
    </p:bg>
    <p:spTree>
      <p:nvGrpSpPr>
        <p:cNvPr id="1" name=""/>
        <p:cNvGrpSpPr/>
        <p:nvPr/>
      </p:nvGrpSpPr>
      <p:grpSpPr>
        <a:xfrm>
          <a:off x="0" y="0"/>
          <a:ext cx="0" cy="0"/>
          <a:chOff x="0" y="0"/>
          <a:chExt cx="0" cy="0"/>
        </a:xfrm>
      </p:grpSpPr>
      <p:sp>
        <p:nvSpPr>
          <p:cNvPr id="82" name="PlaceHolder 1"/>
          <p:cNvSpPr>
            <a:spLocks noGrp="1"/>
          </p:cNvSpPr>
          <p:nvPr>
            <p:ph type="title" hasCustomPrompt="1"/>
          </p:nvPr>
        </p:nvSpPr>
        <p:spPr>
          <a:xfrm>
            <a:off x="226800" y="253440"/>
            <a:ext cx="8367840" cy="466560"/>
          </a:xfrm>
          <a:prstGeom prst="rect">
            <a:avLst/>
          </a:prstGeom>
          <a:noFill/>
          <a:ln w="0">
            <a:noFill/>
          </a:ln>
        </p:spPr>
        <p:txBody>
          <a:bodyPr lIns="91440" tIns="91440" rIns="91440" bIns="91440" anchor="ctr">
            <a:noAutofit/>
          </a:bodyPr>
          <a:p>
            <a:pPr indent="0" algn="ctr">
              <a:lnSpc>
                <a:spcPct val="100000"/>
              </a:lnSpc>
              <a:buNone/>
              <a:tabLst>
                <a:tab pos="0" algn="l"/>
              </a:tabLst>
            </a:pPr>
            <a:r>
              <a:rPr lang="en" sz="3000" b="0" u="none" strike="noStrike">
                <a:solidFill>
                  <a:schemeClr val="dk1"/>
                </a:solidFill>
                <a:effectLst/>
                <a:uFillTx/>
                <a:latin typeface="Arial"/>
                <a:ea typeface="Arial"/>
              </a:rPr>
              <a:t>Attachments</a:t>
            </a:r>
            <a:endParaRPr lang="en-IN" sz="3000" b="0" u="none" strike="noStrike">
              <a:solidFill>
                <a:schemeClr val="accent5"/>
              </a:solidFill>
              <a:effectLst/>
              <a:uFillTx/>
              <a:latin typeface="Roboto Slab"/>
            </a:endParaRPr>
          </a:p>
        </p:txBody>
      </p:sp>
      <p:pic>
        <p:nvPicPr>
          <p:cNvPr id="83" name="Google Shape;110;g83372e3e9c_2_0"/>
          <p:cNvPicPr/>
          <p:nvPr/>
        </p:nvPicPr>
        <p:blipFill>
          <a:blip r:embed="rId1"/>
          <a:stretch/>
        </p:blipFill>
        <p:spPr>
          <a:xfrm>
            <a:off x="8489880" y="178920"/>
            <a:ext cx="471240" cy="471240"/>
          </a:xfrm>
          <a:prstGeom prst="rect">
            <a:avLst/>
          </a:prstGeom>
          <a:noFill/>
          <a:ln w="0">
            <a:noFill/>
          </a:ln>
        </p:spPr>
      </p:pic>
      <p:pic>
        <p:nvPicPr>
          <p:cNvPr id="84" name=""/>
          <p:cNvPicPr/>
          <p:nvPr/>
        </p:nvPicPr>
        <p:blipFill>
          <a:blip r:embed="rId2"/>
          <a:stretch/>
        </p:blipFill>
        <p:spPr>
          <a:xfrm>
            <a:off x="381960" y="720000"/>
            <a:ext cx="8438040" cy="442368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65</TotalTime>
  <Application>LibreOffice/26.2.3.2$Windows_X86_64 LibreOffice_project/70e089b17412e4cb7773e41413306b17a2328c34</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en-IN</dc:language>
  <cp:lastModifiedBy/>
  <dcterms:modified xsi:type="dcterms:W3CDTF">2026-06-07T21:01:42Z</dcterms:modified>
  <cp:revision>2</cp:revision>
  <dc:subject/>
  <dc:title/>
</cp:coreProperties>
</file>